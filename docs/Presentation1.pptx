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8" r:id="rId2"/>
    <p:sldId id="287" r:id="rId3"/>
    <p:sldId id="296" r:id="rId4"/>
    <p:sldId id="275" r:id="rId5"/>
    <p:sldId id="277" r:id="rId6"/>
    <p:sldId id="297" r:id="rId7"/>
    <p:sldId id="298" r:id="rId8"/>
    <p:sldId id="305" r:id="rId9"/>
    <p:sldId id="299" r:id="rId10"/>
    <p:sldId id="300" r:id="rId11"/>
    <p:sldId id="301" r:id="rId12"/>
    <p:sldId id="302" r:id="rId13"/>
    <p:sldId id="303" r:id="rId14"/>
    <p:sldId id="304" r:id="rId15"/>
    <p:sldId id="289" r:id="rId16"/>
    <p:sldId id="278" r:id="rId17"/>
    <p:sldId id="279" r:id="rId18"/>
    <p:sldId id="286" r:id="rId19"/>
    <p:sldId id="282" r:id="rId20"/>
    <p:sldId id="283" r:id="rId21"/>
    <p:sldId id="290" r:id="rId22"/>
    <p:sldId id="292" r:id="rId23"/>
    <p:sldId id="293" r:id="rId24"/>
    <p:sldId id="294" r:id="rId25"/>
    <p:sldId id="267" r:id="rId26"/>
    <p:sldId id="295" r:id="rId27"/>
    <p:sldId id="269" r:id="rId28"/>
    <p:sldId id="270" r:id="rId29"/>
    <p:sldId id="291" r:id="rId30"/>
    <p:sldId id="256" r:id="rId31"/>
    <p:sldId id="257" r:id="rId32"/>
    <p:sldId id="258" r:id="rId33"/>
    <p:sldId id="259" r:id="rId34"/>
    <p:sldId id="260" r:id="rId35"/>
    <p:sldId id="262" r:id="rId36"/>
    <p:sldId id="261" r:id="rId37"/>
    <p:sldId id="263" r:id="rId38"/>
    <p:sldId id="306" r:id="rId39"/>
    <p:sldId id="265" r:id="rId40"/>
    <p:sldId id="308" r:id="rId41"/>
    <p:sldId id="311" r:id="rId42"/>
    <p:sldId id="309" r:id="rId43"/>
    <p:sldId id="307" r:id="rId44"/>
    <p:sldId id="285" r:id="rId45"/>
    <p:sldId id="313" r:id="rId46"/>
    <p:sldId id="312" r:id="rId4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AA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68F22AC-1696-45EF-9A48-512F5F0B839B}" v="129" dt="2026-02-16T17:59:19.253"/>
  </p1510:revLst>
</p1510:revInfo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60" d="100"/>
          <a:sy n="60" d="100"/>
        </p:scale>
        <p:origin x="908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shank Mohore" userId="6e4f784b-1791-43e7-a879-29875f0ae20e" providerId="ADAL" clId="{CDB41200-DA61-4218-95AC-885CAF4B751D}"/>
    <pc:docChg chg="undo custSel addSld delSld modSld sldOrd">
      <pc:chgData name="Shashank Mohore" userId="6e4f784b-1791-43e7-a879-29875f0ae20e" providerId="ADAL" clId="{CDB41200-DA61-4218-95AC-885CAF4B751D}" dt="2026-02-16T18:05:16.075" v="5786" actId="47"/>
      <pc:docMkLst>
        <pc:docMk/>
      </pc:docMkLst>
      <pc:sldChg chg="modSp mod">
        <pc:chgData name="Shashank Mohore" userId="6e4f784b-1791-43e7-a879-29875f0ae20e" providerId="ADAL" clId="{CDB41200-DA61-4218-95AC-885CAF4B751D}" dt="2026-02-12T13:17:35.129" v="339" actId="20577"/>
        <pc:sldMkLst>
          <pc:docMk/>
          <pc:sldMk cId="1823634841" sldId="257"/>
        </pc:sldMkLst>
        <pc:spChg chg="mod">
          <ac:chgData name="Shashank Mohore" userId="6e4f784b-1791-43e7-a879-29875f0ae20e" providerId="ADAL" clId="{CDB41200-DA61-4218-95AC-885CAF4B751D}" dt="2026-02-12T13:17:35.129" v="339" actId="20577"/>
          <ac:spMkLst>
            <pc:docMk/>
            <pc:sldMk cId="1823634841" sldId="257"/>
            <ac:spMk id="2" creationId="{C493BF6A-3A29-C2D4-0E4B-FFDA5809D213}"/>
          </ac:spMkLst>
        </pc:spChg>
      </pc:sldChg>
      <pc:sldChg chg="addSp delSp modSp mod">
        <pc:chgData name="Shashank Mohore" userId="6e4f784b-1791-43e7-a879-29875f0ae20e" providerId="ADAL" clId="{CDB41200-DA61-4218-95AC-885CAF4B751D}" dt="2026-02-13T04:32:42.920" v="2149" actId="404"/>
        <pc:sldMkLst>
          <pc:docMk/>
          <pc:sldMk cId="846286180" sldId="261"/>
        </pc:sldMkLst>
        <pc:spChg chg="add mod">
          <ac:chgData name="Shashank Mohore" userId="6e4f784b-1791-43e7-a879-29875f0ae20e" providerId="ADAL" clId="{CDB41200-DA61-4218-95AC-885CAF4B751D}" dt="2026-02-13T04:32:21.434" v="2133"/>
          <ac:spMkLst>
            <pc:docMk/>
            <pc:sldMk cId="846286180" sldId="261"/>
            <ac:spMk id="2" creationId="{838ABDAC-4746-639E-5D74-52BAFA789956}"/>
          </ac:spMkLst>
        </pc:spChg>
        <pc:spChg chg="mod">
          <ac:chgData name="Shashank Mohore" userId="6e4f784b-1791-43e7-a879-29875f0ae20e" providerId="ADAL" clId="{CDB41200-DA61-4218-95AC-885CAF4B751D}" dt="2026-02-13T02:08:23.716" v="1613" actId="1036"/>
          <ac:spMkLst>
            <pc:docMk/>
            <pc:sldMk cId="846286180" sldId="261"/>
            <ac:spMk id="7" creationId="{28E39FDB-D9B5-3BCD-00FA-0BEA78B222D2}"/>
          </ac:spMkLst>
        </pc:spChg>
        <pc:spChg chg="mod">
          <ac:chgData name="Shashank Mohore" userId="6e4f784b-1791-43e7-a879-29875f0ae20e" providerId="ADAL" clId="{CDB41200-DA61-4218-95AC-885CAF4B751D}" dt="2026-02-13T04:32:42.920" v="2149" actId="404"/>
          <ac:spMkLst>
            <pc:docMk/>
            <pc:sldMk cId="846286180" sldId="261"/>
            <ac:spMk id="10" creationId="{D19BEA75-C2E4-B2B8-A804-4E4E5A40B462}"/>
          </ac:spMkLst>
        </pc:spChg>
        <pc:spChg chg="mod">
          <ac:chgData name="Shashank Mohore" userId="6e4f784b-1791-43e7-a879-29875f0ae20e" providerId="ADAL" clId="{CDB41200-DA61-4218-95AC-885CAF4B751D}" dt="2026-02-13T04:32:30.042" v="2145" actId="1038"/>
          <ac:spMkLst>
            <pc:docMk/>
            <pc:sldMk cId="846286180" sldId="261"/>
            <ac:spMk id="12" creationId="{03E68268-CC34-BA59-2B55-5479229A109D}"/>
          </ac:spMkLst>
        </pc:spChg>
        <pc:spChg chg="add mod">
          <ac:chgData name="Shashank Mohore" userId="6e4f784b-1791-43e7-a879-29875f0ae20e" providerId="ADAL" clId="{CDB41200-DA61-4218-95AC-885CAF4B751D}" dt="2026-02-13T04:32:30.042" v="2145" actId="1038"/>
          <ac:spMkLst>
            <pc:docMk/>
            <pc:sldMk cId="846286180" sldId="261"/>
            <ac:spMk id="18" creationId="{0D012BEF-BFD4-2CBE-0215-4559E51DC599}"/>
          </ac:spMkLst>
        </pc:spChg>
        <pc:spChg chg="add mod">
          <ac:chgData name="Shashank Mohore" userId="6e4f784b-1791-43e7-a879-29875f0ae20e" providerId="ADAL" clId="{CDB41200-DA61-4218-95AC-885CAF4B751D}" dt="2026-02-13T02:08:17.289" v="1580" actId="1036"/>
          <ac:spMkLst>
            <pc:docMk/>
            <pc:sldMk cId="846286180" sldId="261"/>
            <ac:spMk id="20" creationId="{75F69859-F722-6B6B-7885-8BB909C262FD}"/>
          </ac:spMkLst>
        </pc:spChg>
        <pc:spChg chg="add mod">
          <ac:chgData name="Shashank Mohore" userId="6e4f784b-1791-43e7-a879-29875f0ae20e" providerId="ADAL" clId="{CDB41200-DA61-4218-95AC-885CAF4B751D}" dt="2026-02-13T02:08:17.289" v="1580" actId="1036"/>
          <ac:spMkLst>
            <pc:docMk/>
            <pc:sldMk cId="846286180" sldId="261"/>
            <ac:spMk id="21" creationId="{C84AF516-12A3-6A20-ADDD-C2F1C6D369E6}"/>
          </ac:spMkLst>
        </pc:spChg>
        <pc:graphicFrameChg chg="mod modGraphic">
          <ac:chgData name="Shashank Mohore" userId="6e4f784b-1791-43e7-a879-29875f0ae20e" providerId="ADAL" clId="{CDB41200-DA61-4218-95AC-885CAF4B751D}" dt="2026-02-13T02:08:17.289" v="1580" actId="1036"/>
          <ac:graphicFrameMkLst>
            <pc:docMk/>
            <pc:sldMk cId="846286180" sldId="261"/>
            <ac:graphicFrameMk id="8" creationId="{B7D590BE-A292-5EE4-3643-BF3C325BF338}"/>
          </ac:graphicFrameMkLst>
        </pc:graphicFrameChg>
        <pc:graphicFrameChg chg="mod modGraphic">
          <ac:chgData name="Shashank Mohore" userId="6e4f784b-1791-43e7-a879-29875f0ae20e" providerId="ADAL" clId="{CDB41200-DA61-4218-95AC-885CAF4B751D}" dt="2026-02-13T04:32:30.042" v="2145" actId="1038"/>
          <ac:graphicFrameMkLst>
            <pc:docMk/>
            <pc:sldMk cId="846286180" sldId="261"/>
            <ac:graphicFrameMk id="13" creationId="{29CF42D8-E17B-3D4D-2A1D-8FFA585B84A1}"/>
          </ac:graphicFrameMkLst>
        </pc:graphicFrameChg>
        <pc:graphicFrameChg chg="add mod modGraphic">
          <ac:chgData name="Shashank Mohore" userId="6e4f784b-1791-43e7-a879-29875f0ae20e" providerId="ADAL" clId="{CDB41200-DA61-4218-95AC-885CAF4B751D}" dt="2026-02-13T02:08:17.289" v="1580" actId="1036"/>
          <ac:graphicFrameMkLst>
            <pc:docMk/>
            <pc:sldMk cId="846286180" sldId="261"/>
            <ac:graphicFrameMk id="19" creationId="{924A5757-79A1-79B1-5CB0-9FB4CED531FD}"/>
          </ac:graphicFrameMkLst>
        </pc:graphicFrameChg>
      </pc:sldChg>
      <pc:sldChg chg="addSp delSp modSp add mod ord">
        <pc:chgData name="Shashank Mohore" userId="6e4f784b-1791-43e7-a879-29875f0ae20e" providerId="ADAL" clId="{CDB41200-DA61-4218-95AC-885CAF4B751D}" dt="2026-02-16T18:04:13.997" v="5785" actId="14100"/>
        <pc:sldMkLst>
          <pc:docMk/>
          <pc:sldMk cId="2588484950" sldId="262"/>
        </pc:sldMkLst>
        <pc:spChg chg="add mod">
          <ac:chgData name="Shashank Mohore" userId="6e4f784b-1791-43e7-a879-29875f0ae20e" providerId="ADAL" clId="{CDB41200-DA61-4218-95AC-885CAF4B751D}" dt="2026-02-13T01:18:34.577" v="376" actId="20577"/>
          <ac:spMkLst>
            <pc:docMk/>
            <pc:sldMk cId="2588484950" sldId="262"/>
            <ac:spMk id="3" creationId="{BD3F04A2-BCBF-85EE-64C3-57CA345DD82B}"/>
          </ac:spMkLst>
        </pc:spChg>
        <pc:spChg chg="add mod">
          <ac:chgData name="Shashank Mohore" userId="6e4f784b-1791-43e7-a879-29875f0ae20e" providerId="ADAL" clId="{CDB41200-DA61-4218-95AC-885CAF4B751D}" dt="2026-02-16T18:04:13.997" v="5785" actId="14100"/>
          <ac:spMkLst>
            <pc:docMk/>
            <pc:sldMk cId="2588484950" sldId="262"/>
            <ac:spMk id="4" creationId="{B3905DE1-A9F0-34DC-D43D-F4861E090C43}"/>
          </ac:spMkLst>
        </pc:spChg>
      </pc:sldChg>
      <pc:sldChg chg="addSp delSp modSp add mod ord">
        <pc:chgData name="Shashank Mohore" userId="6e4f784b-1791-43e7-a879-29875f0ae20e" providerId="ADAL" clId="{CDB41200-DA61-4218-95AC-885CAF4B751D}" dt="2026-02-13T04:47:33.465" v="2164"/>
        <pc:sldMkLst>
          <pc:docMk/>
          <pc:sldMk cId="1488847088" sldId="263"/>
        </pc:sldMkLst>
        <pc:spChg chg="mod">
          <ac:chgData name="Shashank Mohore" userId="6e4f784b-1791-43e7-a879-29875f0ae20e" providerId="ADAL" clId="{CDB41200-DA61-4218-95AC-885CAF4B751D}" dt="2026-02-13T01:20:02.559" v="581" actId="14100"/>
          <ac:spMkLst>
            <pc:docMk/>
            <pc:sldMk cId="1488847088" sldId="263"/>
            <ac:spMk id="3" creationId="{951F781D-CD70-1CCB-36A5-24F95FC5655F}"/>
          </ac:spMkLst>
        </pc:spChg>
        <pc:spChg chg="add mod">
          <ac:chgData name="Shashank Mohore" userId="6e4f784b-1791-43e7-a879-29875f0ae20e" providerId="ADAL" clId="{CDB41200-DA61-4218-95AC-885CAF4B751D}" dt="2026-02-13T01:21:28.063" v="618" actId="1037"/>
          <ac:spMkLst>
            <pc:docMk/>
            <pc:sldMk cId="1488847088" sldId="263"/>
            <ac:spMk id="6" creationId="{505A8915-E13D-D76A-11EF-D52130582AA1}"/>
          </ac:spMkLst>
        </pc:spChg>
        <pc:spChg chg="add mod">
          <ac:chgData name="Shashank Mohore" userId="6e4f784b-1791-43e7-a879-29875f0ae20e" providerId="ADAL" clId="{CDB41200-DA61-4218-95AC-885CAF4B751D}" dt="2026-02-13T01:22:18.730" v="737" actId="33524"/>
          <ac:spMkLst>
            <pc:docMk/>
            <pc:sldMk cId="1488847088" sldId="263"/>
            <ac:spMk id="7" creationId="{294A520B-9B35-2B2E-F08C-B26767A3EF9C}"/>
          </ac:spMkLst>
        </pc:spChg>
        <pc:spChg chg="add mod">
          <ac:chgData name="Shashank Mohore" userId="6e4f784b-1791-43e7-a879-29875f0ae20e" providerId="ADAL" clId="{CDB41200-DA61-4218-95AC-885CAF4B751D}" dt="2026-02-13T01:46:58.636" v="807" actId="404"/>
          <ac:spMkLst>
            <pc:docMk/>
            <pc:sldMk cId="1488847088" sldId="263"/>
            <ac:spMk id="10" creationId="{C3DF09A6-82EC-FD13-B1F0-D85F39C18917}"/>
          </ac:spMkLst>
        </pc:spChg>
        <pc:spChg chg="add mod">
          <ac:chgData name="Shashank Mohore" userId="6e4f784b-1791-43e7-a879-29875f0ae20e" providerId="ADAL" clId="{CDB41200-DA61-4218-95AC-885CAF4B751D}" dt="2026-02-13T01:47:01.960" v="808" actId="404"/>
          <ac:spMkLst>
            <pc:docMk/>
            <pc:sldMk cId="1488847088" sldId="263"/>
            <ac:spMk id="16" creationId="{536B1293-8771-38CD-6101-2A16223D7F4C}"/>
          </ac:spMkLst>
        </pc:spChg>
        <pc:picChg chg="add mod">
          <ac:chgData name="Shashank Mohore" userId="6e4f784b-1791-43e7-a879-29875f0ae20e" providerId="ADAL" clId="{CDB41200-DA61-4218-95AC-885CAF4B751D}" dt="2026-02-13T03:03:42.960" v="1702" actId="1076"/>
          <ac:picMkLst>
            <pc:docMk/>
            <pc:sldMk cId="1488847088" sldId="263"/>
            <ac:picMk id="20" creationId="{31EEE813-718E-1566-3DB0-56895593DEDA}"/>
          </ac:picMkLst>
        </pc:picChg>
      </pc:sldChg>
      <pc:sldChg chg="addSp delSp modSp add del mod ord">
        <pc:chgData name="Shashank Mohore" userId="6e4f784b-1791-43e7-a879-29875f0ae20e" providerId="ADAL" clId="{CDB41200-DA61-4218-95AC-885CAF4B751D}" dt="2026-02-16T17:44:41.579" v="5384" actId="2696"/>
        <pc:sldMkLst>
          <pc:docMk/>
          <pc:sldMk cId="2159882471" sldId="264"/>
        </pc:sldMkLst>
      </pc:sldChg>
      <pc:sldChg chg="add del">
        <pc:chgData name="Shashank Mohore" userId="6e4f784b-1791-43e7-a879-29875f0ae20e" providerId="ADAL" clId="{CDB41200-DA61-4218-95AC-885CAF4B751D}" dt="2026-02-16T18:05:16.075" v="5786" actId="47"/>
        <pc:sldMkLst>
          <pc:docMk/>
          <pc:sldMk cId="2216981836" sldId="264"/>
        </pc:sldMkLst>
      </pc:sldChg>
      <pc:sldChg chg="addSp delSp modSp new mod">
        <pc:chgData name="Shashank Mohore" userId="6e4f784b-1791-43e7-a879-29875f0ae20e" providerId="ADAL" clId="{CDB41200-DA61-4218-95AC-885CAF4B751D}" dt="2026-02-16T17:46:09.819" v="5443" actId="14100"/>
        <pc:sldMkLst>
          <pc:docMk/>
          <pc:sldMk cId="3810610964" sldId="265"/>
        </pc:sldMkLst>
        <pc:spChg chg="add del mod">
          <ac:chgData name="Shashank Mohore" userId="6e4f784b-1791-43e7-a879-29875f0ae20e" providerId="ADAL" clId="{CDB41200-DA61-4218-95AC-885CAF4B751D}" dt="2026-02-16T17:45:20.070" v="5408" actId="478"/>
          <ac:spMkLst>
            <pc:docMk/>
            <pc:sldMk cId="3810610964" sldId="265"/>
            <ac:spMk id="3" creationId="{363BE4A8-F3CB-35D9-EBA6-5DDC722EE822}"/>
          </ac:spMkLst>
        </pc:spChg>
        <pc:spChg chg="add mod">
          <ac:chgData name="Shashank Mohore" userId="6e4f784b-1791-43e7-a879-29875f0ae20e" providerId="ADAL" clId="{CDB41200-DA61-4218-95AC-885CAF4B751D}" dt="2026-02-16T17:45:36.055" v="5431" actId="313"/>
          <ac:spMkLst>
            <pc:docMk/>
            <pc:sldMk cId="3810610964" sldId="265"/>
            <ac:spMk id="6" creationId="{DCBDAED3-A203-130F-E227-2FA706986564}"/>
          </ac:spMkLst>
        </pc:spChg>
        <pc:graphicFrameChg chg="add mod modGraphic">
          <ac:chgData name="Shashank Mohore" userId="6e4f784b-1791-43e7-a879-29875f0ae20e" providerId="ADAL" clId="{CDB41200-DA61-4218-95AC-885CAF4B751D}" dt="2026-02-16T17:46:09.819" v="5443" actId="14100"/>
          <ac:graphicFrameMkLst>
            <pc:docMk/>
            <pc:sldMk cId="3810610964" sldId="265"/>
            <ac:graphicFrameMk id="4" creationId="{F47BA374-15BC-9DF5-B8AC-91F397619BF7}"/>
          </ac:graphicFrameMkLst>
        </pc:graphicFrameChg>
        <pc:picChg chg="add del mod">
          <ac:chgData name="Shashank Mohore" userId="6e4f784b-1791-43e7-a879-29875f0ae20e" providerId="ADAL" clId="{CDB41200-DA61-4218-95AC-885CAF4B751D}" dt="2026-02-16T17:45:17.531" v="5407" actId="478"/>
          <ac:picMkLst>
            <pc:docMk/>
            <pc:sldMk cId="3810610964" sldId="265"/>
            <ac:picMk id="5" creationId="{53322569-D3C1-10C3-1B95-17781586E364}"/>
          </ac:picMkLst>
        </pc:picChg>
      </pc:sldChg>
      <pc:sldChg chg="addSp delSp modSp add del mod">
        <pc:chgData name="Shashank Mohore" userId="6e4f784b-1791-43e7-a879-29875f0ae20e" providerId="ADAL" clId="{CDB41200-DA61-4218-95AC-885CAF4B751D}" dt="2026-02-16T11:40:45.903" v="5326" actId="47"/>
        <pc:sldMkLst>
          <pc:docMk/>
          <pc:sldMk cId="3205520581" sldId="266"/>
        </pc:sldMkLst>
        <pc:spChg chg="add del mod">
          <ac:chgData name="Shashank Mohore" userId="6e4f784b-1791-43e7-a879-29875f0ae20e" providerId="ADAL" clId="{CDB41200-DA61-4218-95AC-885CAF4B751D}" dt="2026-02-15T12:44:15.729" v="2167" actId="478"/>
          <ac:spMkLst>
            <pc:docMk/>
            <pc:sldMk cId="3205520581" sldId="266"/>
            <ac:spMk id="3" creationId="{14A09F2A-1116-1576-41F4-8210D9F8FEA2}"/>
          </ac:spMkLst>
        </pc:spChg>
        <pc:spChg chg="add del mod">
          <ac:chgData name="Shashank Mohore" userId="6e4f784b-1791-43e7-a879-29875f0ae20e" providerId="ADAL" clId="{CDB41200-DA61-4218-95AC-885CAF4B751D}" dt="2026-02-15T12:46:56.636" v="2321" actId="478"/>
          <ac:spMkLst>
            <pc:docMk/>
            <pc:sldMk cId="3205520581" sldId="266"/>
            <ac:spMk id="4" creationId="{0CAC49FD-8AC9-8628-5837-21C075826453}"/>
          </ac:spMkLst>
        </pc:spChg>
        <pc:spChg chg="mod">
          <ac:chgData name="Shashank Mohore" userId="6e4f784b-1791-43e7-a879-29875f0ae20e" providerId="ADAL" clId="{CDB41200-DA61-4218-95AC-885CAF4B751D}" dt="2026-02-15T12:44:20.494" v="2180" actId="20577"/>
          <ac:spMkLst>
            <pc:docMk/>
            <pc:sldMk cId="3205520581" sldId="266"/>
            <ac:spMk id="6" creationId="{2C205024-B313-7057-56F0-9638FE6F2F14}"/>
          </ac:spMkLst>
        </pc:spChg>
        <pc:spChg chg="add mod">
          <ac:chgData name="Shashank Mohore" userId="6e4f784b-1791-43e7-a879-29875f0ae20e" providerId="ADAL" clId="{CDB41200-DA61-4218-95AC-885CAF4B751D}" dt="2026-02-15T12:56:45.395" v="3246" actId="20577"/>
          <ac:spMkLst>
            <pc:docMk/>
            <pc:sldMk cId="3205520581" sldId="266"/>
            <ac:spMk id="7" creationId="{D2C192F5-1D09-EA96-C8AE-73A9855249D3}"/>
          </ac:spMkLst>
        </pc:spChg>
        <pc:picChg chg="del">
          <ac:chgData name="Shashank Mohore" userId="6e4f784b-1791-43e7-a879-29875f0ae20e" providerId="ADAL" clId="{CDB41200-DA61-4218-95AC-885CAF4B751D}" dt="2026-02-15T12:44:13.224" v="2166" actId="478"/>
          <ac:picMkLst>
            <pc:docMk/>
            <pc:sldMk cId="3205520581" sldId="266"/>
            <ac:picMk id="5" creationId="{C0206E5E-A32A-0977-F8FF-2856DFEEFB8B}"/>
          </ac:picMkLst>
        </pc:picChg>
      </pc:sldChg>
      <pc:sldChg chg="delSp modSp add del mod">
        <pc:chgData name="Shashank Mohore" userId="6e4f784b-1791-43e7-a879-29875f0ae20e" providerId="ADAL" clId="{CDB41200-DA61-4218-95AC-885CAF4B751D}" dt="2026-02-15T13:06:56.820" v="3362" actId="47"/>
        <pc:sldMkLst>
          <pc:docMk/>
          <pc:sldMk cId="2376833435" sldId="267"/>
        </pc:sldMkLst>
        <pc:spChg chg="mod">
          <ac:chgData name="Shashank Mohore" userId="6e4f784b-1791-43e7-a879-29875f0ae20e" providerId="ADAL" clId="{CDB41200-DA61-4218-95AC-885CAF4B751D}" dt="2026-02-15T12:57:39.857" v="3274" actId="20577"/>
          <ac:spMkLst>
            <pc:docMk/>
            <pc:sldMk cId="2376833435" sldId="267"/>
            <ac:spMk id="6" creationId="{8AEC6AC7-65EB-D887-DAEF-F0C5104D557E}"/>
          </ac:spMkLst>
        </pc:spChg>
        <pc:spChg chg="del">
          <ac:chgData name="Shashank Mohore" userId="6e4f784b-1791-43e7-a879-29875f0ae20e" providerId="ADAL" clId="{CDB41200-DA61-4218-95AC-885CAF4B751D}" dt="2026-02-15T12:56:27.857" v="3245" actId="478"/>
          <ac:spMkLst>
            <pc:docMk/>
            <pc:sldMk cId="2376833435" sldId="267"/>
            <ac:spMk id="7" creationId="{741BBF5D-B79E-DC8F-B21D-69473F63FC30}"/>
          </ac:spMkLst>
        </pc:spChg>
      </pc:sldChg>
      <pc:sldChg chg="addSp modSp add del mod">
        <pc:chgData name="Shashank Mohore" userId="6e4f784b-1791-43e7-a879-29875f0ae20e" providerId="ADAL" clId="{CDB41200-DA61-4218-95AC-885CAF4B751D}" dt="2026-02-15T13:16:47.597" v="3593" actId="1076"/>
        <pc:sldMkLst>
          <pc:docMk/>
          <pc:sldMk cId="2510774788" sldId="267"/>
        </pc:sldMkLst>
        <pc:spChg chg="add mod">
          <ac:chgData name="Shashank Mohore" userId="6e4f784b-1791-43e7-a879-29875f0ae20e" providerId="ADAL" clId="{CDB41200-DA61-4218-95AC-885CAF4B751D}" dt="2026-02-15T13:16:47.597" v="3593" actId="1076"/>
          <ac:spMkLst>
            <pc:docMk/>
            <pc:sldMk cId="2510774788" sldId="267"/>
            <ac:spMk id="2" creationId="{90C2D2FE-661B-2EDC-B69E-83889EB9B7F8}"/>
          </ac:spMkLst>
        </pc:spChg>
      </pc:sldChg>
      <pc:sldChg chg="modSp add mod">
        <pc:chgData name="Shashank Mohore" userId="6e4f784b-1791-43e7-a879-29875f0ae20e" providerId="ADAL" clId="{CDB41200-DA61-4218-95AC-885CAF4B751D}" dt="2026-02-16T03:57:43.039" v="3725" actId="404"/>
        <pc:sldMkLst>
          <pc:docMk/>
          <pc:sldMk cId="1008861929" sldId="268"/>
        </pc:sldMkLst>
        <pc:spChg chg="mod">
          <ac:chgData name="Shashank Mohore" userId="6e4f784b-1791-43e7-a879-29875f0ae20e" providerId="ADAL" clId="{CDB41200-DA61-4218-95AC-885CAF4B751D}" dt="2026-02-15T13:15:22.728" v="3541" actId="20577"/>
          <ac:spMkLst>
            <pc:docMk/>
            <pc:sldMk cId="1008861929" sldId="268"/>
            <ac:spMk id="4" creationId="{DBF804B6-6C69-A3B7-9F98-D9B3E2C4FA2D}"/>
          </ac:spMkLst>
        </pc:spChg>
        <pc:spChg chg="mod">
          <ac:chgData name="Shashank Mohore" userId="6e4f784b-1791-43e7-a879-29875f0ae20e" providerId="ADAL" clId="{CDB41200-DA61-4218-95AC-885CAF4B751D}" dt="2026-02-16T03:57:43.039" v="3725" actId="404"/>
          <ac:spMkLst>
            <pc:docMk/>
            <pc:sldMk cId="1008861929" sldId="268"/>
            <ac:spMk id="8" creationId="{4CDD9F92-6E6A-E497-59DE-6BFF890639F5}"/>
          </ac:spMkLst>
        </pc:spChg>
      </pc:sldChg>
      <pc:sldChg chg="addSp modSp add del mod">
        <pc:chgData name="Shashank Mohore" userId="6e4f784b-1791-43e7-a879-29875f0ae20e" providerId="ADAL" clId="{CDB41200-DA61-4218-95AC-885CAF4B751D}" dt="2026-02-15T13:17:00.267" v="3601" actId="1038"/>
        <pc:sldMkLst>
          <pc:docMk/>
          <pc:sldMk cId="1442869602" sldId="269"/>
        </pc:sldMkLst>
        <pc:spChg chg="add mod">
          <ac:chgData name="Shashank Mohore" userId="6e4f784b-1791-43e7-a879-29875f0ae20e" providerId="ADAL" clId="{CDB41200-DA61-4218-95AC-885CAF4B751D}" dt="2026-02-15T13:17:00.267" v="3601" actId="1038"/>
          <ac:spMkLst>
            <pc:docMk/>
            <pc:sldMk cId="1442869602" sldId="269"/>
            <ac:spMk id="2" creationId="{E4F97038-E81E-5F50-7258-4166874FCC1A}"/>
          </ac:spMkLst>
        </pc:spChg>
      </pc:sldChg>
      <pc:sldChg chg="addSp modSp add del mod">
        <pc:chgData name="Shashank Mohore" userId="6e4f784b-1791-43e7-a879-29875f0ae20e" providerId="ADAL" clId="{CDB41200-DA61-4218-95AC-885CAF4B751D}" dt="2026-02-15T13:17:05.293" v="3603" actId="1076"/>
        <pc:sldMkLst>
          <pc:docMk/>
          <pc:sldMk cId="3891379331" sldId="270"/>
        </pc:sldMkLst>
        <pc:spChg chg="add mod">
          <ac:chgData name="Shashank Mohore" userId="6e4f784b-1791-43e7-a879-29875f0ae20e" providerId="ADAL" clId="{CDB41200-DA61-4218-95AC-885CAF4B751D}" dt="2026-02-15T13:17:05.293" v="3603" actId="1076"/>
          <ac:spMkLst>
            <pc:docMk/>
            <pc:sldMk cId="3891379331" sldId="270"/>
            <ac:spMk id="2" creationId="{1FF3B3EA-1902-1428-9C86-15E3878D8B35}"/>
          </ac:spMkLst>
        </pc:spChg>
      </pc:sldChg>
      <pc:sldChg chg="add">
        <pc:chgData name="Shashank Mohore" userId="6e4f784b-1791-43e7-a879-29875f0ae20e" providerId="ADAL" clId="{CDB41200-DA61-4218-95AC-885CAF4B751D}" dt="2026-02-15T13:05:11.325" v="3275"/>
        <pc:sldMkLst>
          <pc:docMk/>
          <pc:sldMk cId="3109743522" sldId="275"/>
        </pc:sldMkLst>
      </pc:sldChg>
      <pc:sldChg chg="modSp add del mod">
        <pc:chgData name="Shashank Mohore" userId="6e4f784b-1791-43e7-a879-29875f0ae20e" providerId="ADAL" clId="{CDB41200-DA61-4218-95AC-885CAF4B751D}" dt="2026-02-16T03:59:31.630" v="3727" actId="47"/>
        <pc:sldMkLst>
          <pc:docMk/>
          <pc:sldMk cId="2632394200" sldId="276"/>
        </pc:sldMkLst>
        <pc:spChg chg="mod">
          <ac:chgData name="Shashank Mohore" userId="6e4f784b-1791-43e7-a879-29875f0ae20e" providerId="ADAL" clId="{CDB41200-DA61-4218-95AC-885CAF4B751D}" dt="2026-02-16T03:59:28.623" v="3726" actId="21"/>
          <ac:spMkLst>
            <pc:docMk/>
            <pc:sldMk cId="2632394200" sldId="276"/>
            <ac:spMk id="3" creationId="{2371B525-A86D-CBA9-DECB-5F6B0262361E}"/>
          </ac:spMkLst>
        </pc:spChg>
      </pc:sldChg>
      <pc:sldChg chg="addSp modSp add mod">
        <pc:chgData name="Shashank Mohore" userId="6e4f784b-1791-43e7-a879-29875f0ae20e" providerId="ADAL" clId="{CDB41200-DA61-4218-95AC-885CAF4B751D}" dt="2026-02-16T04:12:46.232" v="4915" actId="1036"/>
        <pc:sldMkLst>
          <pc:docMk/>
          <pc:sldMk cId="1052647402" sldId="277"/>
        </pc:sldMkLst>
        <pc:spChg chg="add mod">
          <ac:chgData name="Shashank Mohore" userId="6e4f784b-1791-43e7-a879-29875f0ae20e" providerId="ADAL" clId="{CDB41200-DA61-4218-95AC-885CAF4B751D}" dt="2026-02-16T04:12:46.232" v="4915" actId="1036"/>
          <ac:spMkLst>
            <pc:docMk/>
            <pc:sldMk cId="1052647402" sldId="277"/>
            <ac:spMk id="3" creationId="{41948380-97B4-62F5-F818-D1A10EFE4818}"/>
          </ac:spMkLst>
        </pc:spChg>
        <pc:spChg chg="mod">
          <ac:chgData name="Shashank Mohore" userId="6e4f784b-1791-43e7-a879-29875f0ae20e" providerId="ADAL" clId="{CDB41200-DA61-4218-95AC-885CAF4B751D}" dt="2026-02-16T04:12:43.543" v="4911" actId="1076"/>
          <ac:spMkLst>
            <pc:docMk/>
            <pc:sldMk cId="1052647402" sldId="277"/>
            <ac:spMk id="16" creationId="{A005FB37-A82F-A424-3DF0-BA727AD062F7}"/>
          </ac:spMkLst>
        </pc:spChg>
      </pc:sldChg>
      <pc:sldChg chg="add">
        <pc:chgData name="Shashank Mohore" userId="6e4f784b-1791-43e7-a879-29875f0ae20e" providerId="ADAL" clId="{CDB41200-DA61-4218-95AC-885CAF4B751D}" dt="2026-02-15T13:05:11.325" v="3275"/>
        <pc:sldMkLst>
          <pc:docMk/>
          <pc:sldMk cId="2906613212" sldId="278"/>
        </pc:sldMkLst>
      </pc:sldChg>
      <pc:sldChg chg="addSp modSp add mod">
        <pc:chgData name="Shashank Mohore" userId="6e4f784b-1791-43e7-a879-29875f0ae20e" providerId="ADAL" clId="{CDB41200-DA61-4218-95AC-885CAF4B751D}" dt="2026-02-15T13:15:38.457" v="3543" actId="207"/>
        <pc:sldMkLst>
          <pc:docMk/>
          <pc:sldMk cId="3570166535" sldId="279"/>
        </pc:sldMkLst>
        <pc:spChg chg="add mod">
          <ac:chgData name="Shashank Mohore" userId="6e4f784b-1791-43e7-a879-29875f0ae20e" providerId="ADAL" clId="{CDB41200-DA61-4218-95AC-885CAF4B751D}" dt="2026-02-15T13:15:38.457" v="3543" actId="207"/>
          <ac:spMkLst>
            <pc:docMk/>
            <pc:sldMk cId="3570166535" sldId="279"/>
            <ac:spMk id="2" creationId="{185AF03C-26F0-EB6D-EC8D-19E14B09FC06}"/>
          </ac:spMkLst>
        </pc:spChg>
        <pc:grpChg chg="add mod">
          <ac:chgData name="Shashank Mohore" userId="6e4f784b-1791-43e7-a879-29875f0ae20e" providerId="ADAL" clId="{CDB41200-DA61-4218-95AC-885CAF4B751D}" dt="2026-02-15T13:15:32.147" v="3542"/>
          <ac:grpSpMkLst>
            <pc:docMk/>
            <pc:sldMk cId="3570166535" sldId="279"/>
            <ac:grpSpMk id="3" creationId="{2B15DFE6-53B9-E4BD-4CCB-D1ACAD0EDE95}"/>
          </ac:grpSpMkLst>
        </pc:grpChg>
        <pc:picChg chg="mod">
          <ac:chgData name="Shashank Mohore" userId="6e4f784b-1791-43e7-a879-29875f0ae20e" providerId="ADAL" clId="{CDB41200-DA61-4218-95AC-885CAF4B751D}" dt="2026-02-15T13:15:32.147" v="3542"/>
          <ac:picMkLst>
            <pc:docMk/>
            <pc:sldMk cId="3570166535" sldId="279"/>
            <ac:picMk id="20" creationId="{49D8B3C9-424F-B732-39E3-57864ED93DCC}"/>
          </ac:picMkLst>
        </pc:picChg>
      </pc:sldChg>
      <pc:sldChg chg="addSp modSp add mod">
        <pc:chgData name="Shashank Mohore" userId="6e4f784b-1791-43e7-a879-29875f0ae20e" providerId="ADAL" clId="{CDB41200-DA61-4218-95AC-885CAF4B751D}" dt="2026-02-15T13:16:00.090" v="3566" actId="1036"/>
        <pc:sldMkLst>
          <pc:docMk/>
          <pc:sldMk cId="3441177520" sldId="282"/>
        </pc:sldMkLst>
        <pc:spChg chg="add mod">
          <ac:chgData name="Shashank Mohore" userId="6e4f784b-1791-43e7-a879-29875f0ae20e" providerId="ADAL" clId="{CDB41200-DA61-4218-95AC-885CAF4B751D}" dt="2026-02-15T13:16:00.090" v="3566" actId="1036"/>
          <ac:spMkLst>
            <pc:docMk/>
            <pc:sldMk cId="3441177520" sldId="282"/>
            <ac:spMk id="2" creationId="{A8255BA4-223F-8073-A6C8-29BAE15A84EE}"/>
          </ac:spMkLst>
        </pc:spChg>
      </pc:sldChg>
      <pc:sldChg chg="addSp modSp add mod">
        <pc:chgData name="Shashank Mohore" userId="6e4f784b-1791-43e7-a879-29875f0ae20e" providerId="ADAL" clId="{CDB41200-DA61-4218-95AC-885CAF4B751D}" dt="2026-02-15T13:16:22.001" v="3580" actId="1076"/>
        <pc:sldMkLst>
          <pc:docMk/>
          <pc:sldMk cId="3166926699" sldId="283"/>
        </pc:sldMkLst>
        <pc:spChg chg="add mod">
          <ac:chgData name="Shashank Mohore" userId="6e4f784b-1791-43e7-a879-29875f0ae20e" providerId="ADAL" clId="{CDB41200-DA61-4218-95AC-885CAF4B751D}" dt="2026-02-15T13:16:17.561" v="3578" actId="1037"/>
          <ac:spMkLst>
            <pc:docMk/>
            <pc:sldMk cId="3166926699" sldId="283"/>
            <ac:spMk id="3" creationId="{0A0E1358-D138-CF54-223F-4871941C5964}"/>
          </ac:spMkLst>
        </pc:spChg>
        <pc:spChg chg="add mod">
          <ac:chgData name="Shashank Mohore" userId="6e4f784b-1791-43e7-a879-29875f0ae20e" providerId="ADAL" clId="{CDB41200-DA61-4218-95AC-885CAF4B751D}" dt="2026-02-15T13:16:22.001" v="3580" actId="1076"/>
          <ac:spMkLst>
            <pc:docMk/>
            <pc:sldMk cId="3166926699" sldId="283"/>
            <ac:spMk id="6" creationId="{64A08184-F164-F0FE-12CE-E5004A31C5AF}"/>
          </ac:spMkLst>
        </pc:spChg>
      </pc:sldChg>
      <pc:sldChg chg="add del">
        <pc:chgData name="Shashank Mohore" userId="6e4f784b-1791-43e7-a879-29875f0ae20e" providerId="ADAL" clId="{CDB41200-DA61-4218-95AC-885CAF4B751D}" dt="2026-02-15T13:06:35.457" v="3346" actId="2696"/>
        <pc:sldMkLst>
          <pc:docMk/>
          <pc:sldMk cId="1743172032" sldId="285"/>
        </pc:sldMkLst>
      </pc:sldChg>
      <pc:sldChg chg="modSp add mod">
        <pc:chgData name="Shashank Mohore" userId="6e4f784b-1791-43e7-a879-29875f0ae20e" providerId="ADAL" clId="{CDB41200-DA61-4218-95AC-885CAF4B751D}" dt="2026-02-16T17:58:30.800" v="5561" actId="20577"/>
        <pc:sldMkLst>
          <pc:docMk/>
          <pc:sldMk cId="3133946887" sldId="285"/>
        </pc:sldMkLst>
        <pc:spChg chg="mod">
          <ac:chgData name="Shashank Mohore" userId="6e4f784b-1791-43e7-a879-29875f0ae20e" providerId="ADAL" clId="{CDB41200-DA61-4218-95AC-885CAF4B751D}" dt="2026-02-16T17:58:30.800" v="5561" actId="20577"/>
          <ac:spMkLst>
            <pc:docMk/>
            <pc:sldMk cId="3133946887" sldId="285"/>
            <ac:spMk id="4" creationId="{1BC60B49-7589-9AAE-A638-E28B61E7700A}"/>
          </ac:spMkLst>
        </pc:spChg>
      </pc:sldChg>
      <pc:sldChg chg="addSp modSp add mod">
        <pc:chgData name="Shashank Mohore" userId="6e4f784b-1791-43e7-a879-29875f0ae20e" providerId="ADAL" clId="{CDB41200-DA61-4218-95AC-885CAF4B751D}" dt="2026-02-15T13:15:55.349" v="3554" actId="1037"/>
        <pc:sldMkLst>
          <pc:docMk/>
          <pc:sldMk cId="87262902" sldId="286"/>
        </pc:sldMkLst>
        <pc:spChg chg="add mod">
          <ac:chgData name="Shashank Mohore" userId="6e4f784b-1791-43e7-a879-29875f0ae20e" providerId="ADAL" clId="{CDB41200-DA61-4218-95AC-885CAF4B751D}" dt="2026-02-15T13:15:55.349" v="3554" actId="1037"/>
          <ac:spMkLst>
            <pc:docMk/>
            <pc:sldMk cId="87262902" sldId="286"/>
            <ac:spMk id="2" creationId="{755C8DFB-985F-3376-D7CB-4971DC02760A}"/>
          </ac:spMkLst>
        </pc:spChg>
      </pc:sldChg>
      <pc:sldChg chg="addSp delSp modSp add del mod">
        <pc:chgData name="Shashank Mohore" userId="6e4f784b-1791-43e7-a879-29875f0ae20e" providerId="ADAL" clId="{CDB41200-DA61-4218-95AC-885CAF4B751D}" dt="2026-02-15T13:17:31.057" v="3604"/>
        <pc:sldMkLst>
          <pc:docMk/>
          <pc:sldMk cId="1419743750" sldId="287"/>
        </pc:sldMkLst>
        <pc:spChg chg="add mod">
          <ac:chgData name="Shashank Mohore" userId="6e4f784b-1791-43e7-a879-29875f0ae20e" providerId="ADAL" clId="{CDB41200-DA61-4218-95AC-885CAF4B751D}" dt="2026-02-15T13:17:31.057" v="3604"/>
          <ac:spMkLst>
            <pc:docMk/>
            <pc:sldMk cId="1419743750" sldId="287"/>
            <ac:spMk id="2" creationId="{01E41B8A-EE45-AECA-99E5-31D50B07DA1B}"/>
          </ac:spMkLst>
        </pc:spChg>
        <pc:spChg chg="del mod">
          <ac:chgData name="Shashank Mohore" userId="6e4f784b-1791-43e7-a879-29875f0ae20e" providerId="ADAL" clId="{CDB41200-DA61-4218-95AC-885CAF4B751D}" dt="2026-02-15T13:05:27.539" v="3280"/>
          <ac:spMkLst>
            <pc:docMk/>
            <pc:sldMk cId="1419743750" sldId="287"/>
            <ac:spMk id="4" creationId="{DE166B88-7DB3-4663-2779-6BA3FCEF2139}"/>
          </ac:spMkLst>
        </pc:spChg>
        <pc:spChg chg="mod">
          <ac:chgData name="Shashank Mohore" userId="6e4f784b-1791-43e7-a879-29875f0ae20e" providerId="ADAL" clId="{CDB41200-DA61-4218-95AC-885CAF4B751D}" dt="2026-02-15T13:06:07.881" v="3329" actId="1035"/>
          <ac:spMkLst>
            <pc:docMk/>
            <pc:sldMk cId="1419743750" sldId="287"/>
            <ac:spMk id="8" creationId="{0F62AD06-5B02-96F5-3E42-426CBB704626}"/>
          </ac:spMkLst>
        </pc:spChg>
        <pc:spChg chg="mod">
          <ac:chgData name="Shashank Mohore" userId="6e4f784b-1791-43e7-a879-29875f0ae20e" providerId="ADAL" clId="{CDB41200-DA61-4218-95AC-885CAF4B751D}" dt="2026-02-15T13:06:02.211" v="3314" actId="403"/>
          <ac:spMkLst>
            <pc:docMk/>
            <pc:sldMk cId="1419743750" sldId="287"/>
            <ac:spMk id="9" creationId="{81B8F5B7-AFC8-846C-889E-AEBC72762167}"/>
          </ac:spMkLst>
        </pc:spChg>
      </pc:sldChg>
      <pc:sldChg chg="add del">
        <pc:chgData name="Shashank Mohore" userId="6e4f784b-1791-43e7-a879-29875f0ae20e" providerId="ADAL" clId="{CDB41200-DA61-4218-95AC-885CAF4B751D}" dt="2026-02-15T13:06:14.491" v="3331" actId="47"/>
        <pc:sldMkLst>
          <pc:docMk/>
          <pc:sldMk cId="3374043372" sldId="288"/>
        </pc:sldMkLst>
      </pc:sldChg>
      <pc:sldChg chg="modSp add mod">
        <pc:chgData name="Shashank Mohore" userId="6e4f784b-1791-43e7-a879-29875f0ae20e" providerId="ADAL" clId="{CDB41200-DA61-4218-95AC-885CAF4B751D}" dt="2026-02-15T13:06:20.770" v="3344" actId="20577"/>
        <pc:sldMkLst>
          <pc:docMk/>
          <pc:sldMk cId="3961500613" sldId="289"/>
        </pc:sldMkLst>
        <pc:spChg chg="mod">
          <ac:chgData name="Shashank Mohore" userId="6e4f784b-1791-43e7-a879-29875f0ae20e" providerId="ADAL" clId="{CDB41200-DA61-4218-95AC-885CAF4B751D}" dt="2026-02-15T13:06:20.770" v="3344" actId="20577"/>
          <ac:spMkLst>
            <pc:docMk/>
            <pc:sldMk cId="3961500613" sldId="289"/>
            <ac:spMk id="8" creationId="{37C75D2E-983D-D2F5-05EC-3D08BF78099D}"/>
          </ac:spMkLst>
        </pc:spChg>
      </pc:sldChg>
      <pc:sldChg chg="modSp add mod">
        <pc:chgData name="Shashank Mohore" userId="6e4f784b-1791-43e7-a879-29875f0ae20e" providerId="ADAL" clId="{CDB41200-DA61-4218-95AC-885CAF4B751D}" dt="2026-02-15T13:10:25.746" v="3410" actId="1037"/>
        <pc:sldMkLst>
          <pc:docMk/>
          <pc:sldMk cId="1373441569" sldId="290"/>
        </pc:sldMkLst>
        <pc:spChg chg="mod">
          <ac:chgData name="Shashank Mohore" userId="6e4f784b-1791-43e7-a879-29875f0ae20e" providerId="ADAL" clId="{CDB41200-DA61-4218-95AC-885CAF4B751D}" dt="2026-02-15T13:10:25.746" v="3410" actId="1037"/>
          <ac:spMkLst>
            <pc:docMk/>
            <pc:sldMk cId="1373441569" sldId="290"/>
            <ac:spMk id="8" creationId="{5B9DD57D-3CD8-209A-A95B-47E312568F07}"/>
          </ac:spMkLst>
        </pc:spChg>
      </pc:sldChg>
      <pc:sldChg chg="add">
        <pc:chgData name="Shashank Mohore" userId="6e4f784b-1791-43e7-a879-29875f0ae20e" providerId="ADAL" clId="{CDB41200-DA61-4218-95AC-885CAF4B751D}" dt="2026-02-15T13:07:36.445" v="3363"/>
        <pc:sldMkLst>
          <pc:docMk/>
          <pc:sldMk cId="2911558618" sldId="291"/>
        </pc:sldMkLst>
      </pc:sldChg>
      <pc:sldChg chg="add del">
        <pc:chgData name="Shashank Mohore" userId="6e4f784b-1791-43e7-a879-29875f0ae20e" providerId="ADAL" clId="{CDB41200-DA61-4218-95AC-885CAF4B751D}" dt="2026-02-15T13:07:39.212" v="3365"/>
        <pc:sldMkLst>
          <pc:docMk/>
          <pc:sldMk cId="1897487196" sldId="292"/>
        </pc:sldMkLst>
      </pc:sldChg>
      <pc:sldChg chg="add del">
        <pc:chgData name="Shashank Mohore" userId="6e4f784b-1791-43e7-a879-29875f0ae20e" providerId="ADAL" clId="{CDB41200-DA61-4218-95AC-885CAF4B751D}" dt="2026-02-15T13:07:57.477" v="3368"/>
        <pc:sldMkLst>
          <pc:docMk/>
          <pc:sldMk cId="2623384984" sldId="292"/>
        </pc:sldMkLst>
      </pc:sldChg>
      <pc:sldChg chg="addSp modSp add del mod">
        <pc:chgData name="Shashank Mohore" userId="6e4f784b-1791-43e7-a879-29875f0ae20e" providerId="ADAL" clId="{CDB41200-DA61-4218-95AC-885CAF4B751D}" dt="2026-02-15T13:16:32.556" v="3582" actId="1076"/>
        <pc:sldMkLst>
          <pc:docMk/>
          <pc:sldMk cId="3104990764" sldId="293"/>
        </pc:sldMkLst>
        <pc:spChg chg="add mod">
          <ac:chgData name="Shashank Mohore" userId="6e4f784b-1791-43e7-a879-29875f0ae20e" providerId="ADAL" clId="{CDB41200-DA61-4218-95AC-885CAF4B751D}" dt="2026-02-15T13:16:32.556" v="3582" actId="1076"/>
          <ac:spMkLst>
            <pc:docMk/>
            <pc:sldMk cId="3104990764" sldId="293"/>
            <ac:spMk id="2" creationId="{C4F8B8C1-7595-11FD-5800-B36F957F4FD2}"/>
          </ac:spMkLst>
        </pc:spChg>
      </pc:sldChg>
      <pc:sldChg chg="addSp modSp add del mod">
        <pc:chgData name="Shashank Mohore" userId="6e4f784b-1791-43e7-a879-29875f0ae20e" providerId="ADAL" clId="{CDB41200-DA61-4218-95AC-885CAF4B751D}" dt="2026-02-15T13:16:41.052" v="3591" actId="1037"/>
        <pc:sldMkLst>
          <pc:docMk/>
          <pc:sldMk cId="78857607" sldId="294"/>
        </pc:sldMkLst>
        <pc:spChg chg="add mod">
          <ac:chgData name="Shashank Mohore" userId="6e4f784b-1791-43e7-a879-29875f0ae20e" providerId="ADAL" clId="{CDB41200-DA61-4218-95AC-885CAF4B751D}" dt="2026-02-15T13:16:41.052" v="3591" actId="1037"/>
          <ac:spMkLst>
            <pc:docMk/>
            <pc:sldMk cId="78857607" sldId="294"/>
            <ac:spMk id="2" creationId="{680B596A-9AB3-09EB-455F-CC1D052EE303}"/>
          </ac:spMkLst>
        </pc:spChg>
      </pc:sldChg>
      <pc:sldChg chg="addSp modSp add del mod">
        <pc:chgData name="Shashank Mohore" userId="6e4f784b-1791-43e7-a879-29875f0ae20e" providerId="ADAL" clId="{CDB41200-DA61-4218-95AC-885CAF4B751D}" dt="2026-02-15T13:16:52.507" v="3595" actId="1076"/>
        <pc:sldMkLst>
          <pc:docMk/>
          <pc:sldMk cId="3644809810" sldId="295"/>
        </pc:sldMkLst>
        <pc:spChg chg="add mod">
          <ac:chgData name="Shashank Mohore" userId="6e4f784b-1791-43e7-a879-29875f0ae20e" providerId="ADAL" clId="{CDB41200-DA61-4218-95AC-885CAF4B751D}" dt="2026-02-15T13:16:52.507" v="3595" actId="1076"/>
          <ac:spMkLst>
            <pc:docMk/>
            <pc:sldMk cId="3644809810" sldId="295"/>
            <ac:spMk id="2" creationId="{02CFAC45-87CA-EF3F-137E-D1C0DCE984C9}"/>
          </ac:spMkLst>
        </pc:spChg>
      </pc:sldChg>
      <pc:sldChg chg="delSp modSp add mod">
        <pc:chgData name="Shashank Mohore" userId="6e4f784b-1791-43e7-a879-29875f0ae20e" providerId="ADAL" clId="{CDB41200-DA61-4218-95AC-885CAF4B751D}" dt="2026-02-15T13:18:36.412" v="3716" actId="20577"/>
        <pc:sldMkLst>
          <pc:docMk/>
          <pc:sldMk cId="947763964" sldId="296"/>
        </pc:sldMkLst>
        <pc:spChg chg="mod">
          <ac:chgData name="Shashank Mohore" userId="6e4f784b-1791-43e7-a879-29875f0ae20e" providerId="ADAL" clId="{CDB41200-DA61-4218-95AC-885CAF4B751D}" dt="2026-02-15T13:18:36.412" v="3716" actId="20577"/>
          <ac:spMkLst>
            <pc:docMk/>
            <pc:sldMk cId="947763964" sldId="296"/>
            <ac:spMk id="8" creationId="{67BD9000-E923-CF8C-1130-B1E1487AF12C}"/>
          </ac:spMkLst>
        </pc:spChg>
        <pc:spChg chg="del">
          <ac:chgData name="Shashank Mohore" userId="6e4f784b-1791-43e7-a879-29875f0ae20e" providerId="ADAL" clId="{CDB41200-DA61-4218-95AC-885CAF4B751D}" dt="2026-02-15T13:17:36.516" v="3606" actId="478"/>
          <ac:spMkLst>
            <pc:docMk/>
            <pc:sldMk cId="947763964" sldId="296"/>
            <ac:spMk id="9" creationId="{723F668D-1A90-D1E8-93FD-85B8446ACB1D}"/>
          </ac:spMkLst>
        </pc:spChg>
      </pc:sldChg>
      <pc:sldChg chg="addSp delSp modSp add mod">
        <pc:chgData name="Shashank Mohore" userId="6e4f784b-1791-43e7-a879-29875f0ae20e" providerId="ADAL" clId="{CDB41200-DA61-4218-95AC-885CAF4B751D}" dt="2026-02-16T04:15:25.262" v="4919" actId="20577"/>
        <pc:sldMkLst>
          <pc:docMk/>
          <pc:sldMk cId="3024680258" sldId="297"/>
        </pc:sldMkLst>
        <pc:spChg chg="add mod">
          <ac:chgData name="Shashank Mohore" userId="6e4f784b-1791-43e7-a879-29875f0ae20e" providerId="ADAL" clId="{CDB41200-DA61-4218-95AC-885CAF4B751D}" dt="2026-02-16T04:15:25.262" v="4919" actId="20577"/>
          <ac:spMkLst>
            <pc:docMk/>
            <pc:sldMk cId="3024680258" sldId="297"/>
            <ac:spMk id="2" creationId="{F6351E1E-C786-A591-FC8E-B4973864E6E1}"/>
          </ac:spMkLst>
        </pc:spChg>
        <pc:spChg chg="del">
          <ac:chgData name="Shashank Mohore" userId="6e4f784b-1791-43e7-a879-29875f0ae20e" providerId="ADAL" clId="{CDB41200-DA61-4218-95AC-885CAF4B751D}" dt="2026-02-16T04:02:24.539" v="3985" actId="478"/>
          <ac:spMkLst>
            <pc:docMk/>
            <pc:sldMk cId="3024680258" sldId="297"/>
            <ac:spMk id="3" creationId="{74934CD7-8A69-A2BF-1BE9-43B911F866CA}"/>
          </ac:spMkLst>
        </pc:spChg>
        <pc:spChg chg="mod">
          <ac:chgData name="Shashank Mohore" userId="6e4f784b-1791-43e7-a879-29875f0ae20e" providerId="ADAL" clId="{CDB41200-DA61-4218-95AC-885CAF4B751D}" dt="2026-02-16T04:02:19.331" v="3983" actId="20577"/>
          <ac:spMkLst>
            <pc:docMk/>
            <pc:sldMk cId="3024680258" sldId="297"/>
            <ac:spMk id="4" creationId="{AD6CC405-A758-3CA5-3B75-E64B394D7985}"/>
          </ac:spMkLst>
        </pc:spChg>
        <pc:spChg chg="del">
          <ac:chgData name="Shashank Mohore" userId="6e4f784b-1791-43e7-a879-29875f0ae20e" providerId="ADAL" clId="{CDB41200-DA61-4218-95AC-885CAF4B751D}" dt="2026-02-16T04:02:22.221" v="3984" actId="478"/>
          <ac:spMkLst>
            <pc:docMk/>
            <pc:sldMk cId="3024680258" sldId="297"/>
            <ac:spMk id="16" creationId="{003858C7-725C-9C9B-BB6B-5A7B03351A83}"/>
          </ac:spMkLst>
        </pc:spChg>
      </pc:sldChg>
      <pc:sldChg chg="addSp modSp add mod">
        <pc:chgData name="Shashank Mohore" userId="6e4f784b-1791-43e7-a879-29875f0ae20e" providerId="ADAL" clId="{CDB41200-DA61-4218-95AC-885CAF4B751D}" dt="2026-02-16T07:59:03.059" v="5134"/>
        <pc:sldMkLst>
          <pc:docMk/>
          <pc:sldMk cId="3009501543" sldId="298"/>
        </pc:sldMkLst>
        <pc:spChg chg="mod">
          <ac:chgData name="Shashank Mohore" userId="6e4f784b-1791-43e7-a879-29875f0ae20e" providerId="ADAL" clId="{CDB41200-DA61-4218-95AC-885CAF4B751D}" dt="2026-02-16T07:46:31.190" v="4928" actId="20577"/>
          <ac:spMkLst>
            <pc:docMk/>
            <pc:sldMk cId="3009501543" sldId="298"/>
            <ac:spMk id="8" creationId="{ABAE3EC2-CFD9-48BF-1AFE-91BCBE4DA46D}"/>
          </ac:spMkLst>
        </pc:spChg>
        <pc:graphicFrameChg chg="add mod">
          <ac:chgData name="Shashank Mohore" userId="6e4f784b-1791-43e7-a879-29875f0ae20e" providerId="ADAL" clId="{CDB41200-DA61-4218-95AC-885CAF4B751D}" dt="2026-02-16T07:59:03.059" v="5134"/>
          <ac:graphicFrameMkLst>
            <pc:docMk/>
            <pc:sldMk cId="3009501543" sldId="298"/>
            <ac:graphicFrameMk id="2" creationId="{1CF3679E-8541-A489-5CF6-6D3DA44BFFAA}"/>
          </ac:graphicFrameMkLst>
        </pc:graphicFrameChg>
      </pc:sldChg>
      <pc:sldChg chg="addSp delSp modSp add mod">
        <pc:chgData name="Shashank Mohore" userId="6e4f784b-1791-43e7-a879-29875f0ae20e" providerId="ADAL" clId="{CDB41200-DA61-4218-95AC-885CAF4B751D}" dt="2026-02-16T07:56:16.309" v="5127"/>
        <pc:sldMkLst>
          <pc:docMk/>
          <pc:sldMk cId="343850403" sldId="299"/>
        </pc:sldMkLst>
        <pc:spChg chg="add mod">
          <ac:chgData name="Shashank Mohore" userId="6e4f784b-1791-43e7-a879-29875f0ae20e" providerId="ADAL" clId="{CDB41200-DA61-4218-95AC-885CAF4B751D}" dt="2026-02-16T07:47:12.615" v="4945" actId="20577"/>
          <ac:spMkLst>
            <pc:docMk/>
            <pc:sldMk cId="343850403" sldId="299"/>
            <ac:spMk id="3" creationId="{D2D749B5-5AA7-FE9B-EAB5-0F931170B925}"/>
          </ac:spMkLst>
        </pc:spChg>
        <pc:spChg chg="add mod">
          <ac:chgData name="Shashank Mohore" userId="6e4f784b-1791-43e7-a879-29875f0ae20e" providerId="ADAL" clId="{CDB41200-DA61-4218-95AC-885CAF4B751D}" dt="2026-02-16T07:47:44.834" v="4950" actId="1076"/>
          <ac:spMkLst>
            <pc:docMk/>
            <pc:sldMk cId="343850403" sldId="299"/>
            <ac:spMk id="6" creationId="{D907DA3A-DF07-D403-7776-F7F491C9CF1B}"/>
          </ac:spMkLst>
        </pc:spChg>
        <pc:spChg chg="del">
          <ac:chgData name="Shashank Mohore" userId="6e4f784b-1791-43e7-a879-29875f0ae20e" providerId="ADAL" clId="{CDB41200-DA61-4218-95AC-885CAF4B751D}" dt="2026-02-16T07:46:45.268" v="4933" actId="478"/>
          <ac:spMkLst>
            <pc:docMk/>
            <pc:sldMk cId="343850403" sldId="299"/>
            <ac:spMk id="8" creationId="{BB6BC2D5-84A9-9E40-B30B-DC3273DDD84A}"/>
          </ac:spMkLst>
        </pc:spChg>
        <pc:spChg chg="del">
          <ac:chgData name="Shashank Mohore" userId="6e4f784b-1791-43e7-a879-29875f0ae20e" providerId="ADAL" clId="{CDB41200-DA61-4218-95AC-885CAF4B751D}" dt="2026-02-16T07:46:46.168" v="4934" actId="478"/>
          <ac:spMkLst>
            <pc:docMk/>
            <pc:sldMk cId="343850403" sldId="299"/>
            <ac:spMk id="9" creationId="{1F6788F4-A18D-A9D0-8F89-967006EA4F6C}"/>
          </ac:spMkLst>
        </pc:spChg>
        <pc:graphicFrameChg chg="add mod modGraphic">
          <ac:chgData name="Shashank Mohore" userId="6e4f784b-1791-43e7-a879-29875f0ae20e" providerId="ADAL" clId="{CDB41200-DA61-4218-95AC-885CAF4B751D}" dt="2026-02-16T07:56:16.309" v="5127"/>
          <ac:graphicFrameMkLst>
            <pc:docMk/>
            <pc:sldMk cId="343850403" sldId="299"/>
            <ac:graphicFrameMk id="2" creationId="{AEA0FFA1-D22A-1A95-D649-C63C8184956C}"/>
          </ac:graphicFrameMkLst>
        </pc:graphicFrameChg>
        <pc:cxnChg chg="add mod">
          <ac:chgData name="Shashank Mohore" userId="6e4f784b-1791-43e7-a879-29875f0ae20e" providerId="ADAL" clId="{CDB41200-DA61-4218-95AC-885CAF4B751D}" dt="2026-02-16T07:47:09.528" v="4938"/>
          <ac:cxnSpMkLst>
            <pc:docMk/>
            <pc:sldMk cId="343850403" sldId="299"/>
            <ac:cxnSpMk id="4" creationId="{C01DFC42-F162-548E-163C-4BA310337EFE}"/>
          </ac:cxnSpMkLst>
        </pc:cxnChg>
      </pc:sldChg>
      <pc:sldChg chg="modSp add del mod">
        <pc:chgData name="Shashank Mohore" userId="6e4f784b-1791-43e7-a879-29875f0ae20e" providerId="ADAL" clId="{CDB41200-DA61-4218-95AC-885CAF4B751D}" dt="2026-02-16T07:46:38.020" v="4931" actId="47"/>
        <pc:sldMkLst>
          <pc:docMk/>
          <pc:sldMk cId="1433798623" sldId="299"/>
        </pc:sldMkLst>
        <pc:spChg chg="mod">
          <ac:chgData name="Shashank Mohore" userId="6e4f784b-1791-43e7-a879-29875f0ae20e" providerId="ADAL" clId="{CDB41200-DA61-4218-95AC-885CAF4B751D}" dt="2026-02-16T07:46:35.601" v="4930" actId="20577"/>
          <ac:spMkLst>
            <pc:docMk/>
            <pc:sldMk cId="1433798623" sldId="299"/>
            <ac:spMk id="8" creationId="{FA5F77FF-6F72-107E-95B7-61B16C633EAA}"/>
          </ac:spMkLst>
        </pc:spChg>
      </pc:sldChg>
      <pc:sldChg chg="addSp delSp modSp add mod">
        <pc:chgData name="Shashank Mohore" userId="6e4f784b-1791-43e7-a879-29875f0ae20e" providerId="ADAL" clId="{CDB41200-DA61-4218-95AC-885CAF4B751D}" dt="2026-02-16T07:56:23.567" v="5128"/>
        <pc:sldMkLst>
          <pc:docMk/>
          <pc:sldMk cId="316528224" sldId="300"/>
        </pc:sldMkLst>
        <pc:spChg chg="mod">
          <ac:chgData name="Shashank Mohore" userId="6e4f784b-1791-43e7-a879-29875f0ae20e" providerId="ADAL" clId="{CDB41200-DA61-4218-95AC-885CAF4B751D}" dt="2026-02-16T07:48:26.580" v="4970" actId="20577"/>
          <ac:spMkLst>
            <pc:docMk/>
            <pc:sldMk cId="316528224" sldId="300"/>
            <ac:spMk id="3" creationId="{732DF6FE-3594-615A-B31B-8F65C0A6EE2A}"/>
          </ac:spMkLst>
        </pc:spChg>
        <pc:spChg chg="del">
          <ac:chgData name="Shashank Mohore" userId="6e4f784b-1791-43e7-a879-29875f0ae20e" providerId="ADAL" clId="{CDB41200-DA61-4218-95AC-885CAF4B751D}" dt="2026-02-16T07:47:53.489" v="4953" actId="478"/>
          <ac:spMkLst>
            <pc:docMk/>
            <pc:sldMk cId="316528224" sldId="300"/>
            <ac:spMk id="6" creationId="{76C65E77-519E-CD54-B898-94612334A345}"/>
          </ac:spMkLst>
        </pc:spChg>
        <pc:spChg chg="add mod">
          <ac:chgData name="Shashank Mohore" userId="6e4f784b-1791-43e7-a879-29875f0ae20e" providerId="ADAL" clId="{CDB41200-DA61-4218-95AC-885CAF4B751D}" dt="2026-02-16T07:48:22.428" v="4960" actId="1076"/>
          <ac:spMkLst>
            <pc:docMk/>
            <pc:sldMk cId="316528224" sldId="300"/>
            <ac:spMk id="8" creationId="{F4859C58-895B-3486-9971-F090574AAE5E}"/>
          </ac:spMkLst>
        </pc:spChg>
        <pc:graphicFrameChg chg="del">
          <ac:chgData name="Shashank Mohore" userId="6e4f784b-1791-43e7-a879-29875f0ae20e" providerId="ADAL" clId="{CDB41200-DA61-4218-95AC-885CAF4B751D}" dt="2026-02-16T07:47:49.195" v="4952" actId="478"/>
          <ac:graphicFrameMkLst>
            <pc:docMk/>
            <pc:sldMk cId="316528224" sldId="300"/>
            <ac:graphicFrameMk id="2" creationId="{BA8A488D-F98B-E39E-0E3D-DA7FADAF3C4B}"/>
          </ac:graphicFrameMkLst>
        </pc:graphicFrameChg>
        <pc:graphicFrameChg chg="add mod modGraphic">
          <ac:chgData name="Shashank Mohore" userId="6e4f784b-1791-43e7-a879-29875f0ae20e" providerId="ADAL" clId="{CDB41200-DA61-4218-95AC-885CAF4B751D}" dt="2026-02-16T07:56:23.567" v="5128"/>
          <ac:graphicFrameMkLst>
            <pc:docMk/>
            <pc:sldMk cId="316528224" sldId="300"/>
            <ac:graphicFrameMk id="5" creationId="{2F1A4BEE-2DA2-0EB5-07D7-6B8DE7A10D9E}"/>
          </ac:graphicFrameMkLst>
        </pc:graphicFrameChg>
      </pc:sldChg>
      <pc:sldChg chg="addSp delSp modSp add mod">
        <pc:chgData name="Shashank Mohore" userId="6e4f784b-1791-43e7-a879-29875f0ae20e" providerId="ADAL" clId="{CDB41200-DA61-4218-95AC-885CAF4B751D}" dt="2026-02-16T07:56:34.831" v="5130"/>
        <pc:sldMkLst>
          <pc:docMk/>
          <pc:sldMk cId="1611322518" sldId="301"/>
        </pc:sldMkLst>
        <pc:spChg chg="mod">
          <ac:chgData name="Shashank Mohore" userId="6e4f784b-1791-43e7-a879-29875f0ae20e" providerId="ADAL" clId="{CDB41200-DA61-4218-95AC-885CAF4B751D}" dt="2026-02-16T07:48:53.424" v="4980" actId="20577"/>
          <ac:spMkLst>
            <pc:docMk/>
            <pc:sldMk cId="1611322518" sldId="301"/>
            <ac:spMk id="3" creationId="{9BFEE4F1-6BBD-D5FE-6B16-85E4E4557E52}"/>
          </ac:spMkLst>
        </pc:spChg>
        <pc:spChg chg="add mod">
          <ac:chgData name="Shashank Mohore" userId="6e4f784b-1791-43e7-a879-29875f0ae20e" providerId="ADAL" clId="{CDB41200-DA61-4218-95AC-885CAF4B751D}" dt="2026-02-16T07:49:24.547" v="5009" actId="20577"/>
          <ac:spMkLst>
            <pc:docMk/>
            <pc:sldMk cId="1611322518" sldId="301"/>
            <ac:spMk id="7" creationId="{4C8085AC-72D7-0EF9-0BF4-26795B18B869}"/>
          </ac:spMkLst>
        </pc:spChg>
        <pc:spChg chg="del">
          <ac:chgData name="Shashank Mohore" userId="6e4f784b-1791-43e7-a879-29875f0ae20e" providerId="ADAL" clId="{CDB41200-DA61-4218-95AC-885CAF4B751D}" dt="2026-02-16T07:48:57.753" v="4981" actId="478"/>
          <ac:spMkLst>
            <pc:docMk/>
            <pc:sldMk cId="1611322518" sldId="301"/>
            <ac:spMk id="8" creationId="{FFDA8C4A-FBBC-C719-6597-73C3A61E26F7}"/>
          </ac:spMkLst>
        </pc:spChg>
        <pc:spChg chg="add mod">
          <ac:chgData name="Shashank Mohore" userId="6e4f784b-1791-43e7-a879-29875f0ae20e" providerId="ADAL" clId="{CDB41200-DA61-4218-95AC-885CAF4B751D}" dt="2026-02-16T07:49:45.803" v="5036"/>
          <ac:spMkLst>
            <pc:docMk/>
            <pc:sldMk cId="1611322518" sldId="301"/>
            <ac:spMk id="9" creationId="{F4CFCF7B-B77D-A070-7D34-DD8875AFF0FC}"/>
          </ac:spMkLst>
        </pc:spChg>
        <pc:graphicFrameChg chg="add mod modGraphic">
          <ac:chgData name="Shashank Mohore" userId="6e4f784b-1791-43e7-a879-29875f0ae20e" providerId="ADAL" clId="{CDB41200-DA61-4218-95AC-885CAF4B751D}" dt="2026-02-16T07:56:30.479" v="5129"/>
          <ac:graphicFrameMkLst>
            <pc:docMk/>
            <pc:sldMk cId="1611322518" sldId="301"/>
            <ac:graphicFrameMk id="2" creationId="{19127EE5-405E-C406-360A-7EF1DBA75B8D}"/>
          </ac:graphicFrameMkLst>
        </pc:graphicFrameChg>
        <pc:graphicFrameChg chg="del">
          <ac:chgData name="Shashank Mohore" userId="6e4f784b-1791-43e7-a879-29875f0ae20e" providerId="ADAL" clId="{CDB41200-DA61-4218-95AC-885CAF4B751D}" dt="2026-02-16T07:48:31.761" v="4972" actId="478"/>
          <ac:graphicFrameMkLst>
            <pc:docMk/>
            <pc:sldMk cId="1611322518" sldId="301"/>
            <ac:graphicFrameMk id="5" creationId="{20860F46-8043-9E39-793B-6F1C176F5B62}"/>
          </ac:graphicFrameMkLst>
        </pc:graphicFrameChg>
        <pc:graphicFrameChg chg="add mod modGraphic">
          <ac:chgData name="Shashank Mohore" userId="6e4f784b-1791-43e7-a879-29875f0ae20e" providerId="ADAL" clId="{CDB41200-DA61-4218-95AC-885CAF4B751D}" dt="2026-02-16T07:56:34.831" v="5130"/>
          <ac:graphicFrameMkLst>
            <pc:docMk/>
            <pc:sldMk cId="1611322518" sldId="301"/>
            <ac:graphicFrameMk id="10" creationId="{7134131D-90A7-EFDA-0A89-019E5BEE023A}"/>
          </ac:graphicFrameMkLst>
        </pc:graphicFrameChg>
      </pc:sldChg>
      <pc:sldChg chg="addSp delSp modSp add mod">
        <pc:chgData name="Shashank Mohore" userId="6e4f784b-1791-43e7-a879-29875f0ae20e" providerId="ADAL" clId="{CDB41200-DA61-4218-95AC-885CAF4B751D}" dt="2026-02-16T07:56:40.293" v="5131"/>
        <pc:sldMkLst>
          <pc:docMk/>
          <pc:sldMk cId="1714470534" sldId="302"/>
        </pc:sldMkLst>
        <pc:spChg chg="mod">
          <ac:chgData name="Shashank Mohore" userId="6e4f784b-1791-43e7-a879-29875f0ae20e" providerId="ADAL" clId="{CDB41200-DA61-4218-95AC-885CAF4B751D}" dt="2026-02-16T07:50:30.081" v="5068" actId="20577"/>
          <ac:spMkLst>
            <pc:docMk/>
            <pc:sldMk cId="1714470534" sldId="302"/>
            <ac:spMk id="3" creationId="{E1FC4D08-6F20-6D3C-04FA-B1D846890A8D}"/>
          </ac:spMkLst>
        </pc:spChg>
        <pc:spChg chg="del">
          <ac:chgData name="Shashank Mohore" userId="6e4f784b-1791-43e7-a879-29875f0ae20e" providerId="ADAL" clId="{CDB41200-DA61-4218-95AC-885CAF4B751D}" dt="2026-02-16T07:50:26.602" v="5059" actId="478"/>
          <ac:spMkLst>
            <pc:docMk/>
            <pc:sldMk cId="1714470534" sldId="302"/>
            <ac:spMk id="7" creationId="{5D4BFB43-54BF-8376-80E8-432702135F58}"/>
          </ac:spMkLst>
        </pc:spChg>
        <pc:spChg chg="del">
          <ac:chgData name="Shashank Mohore" userId="6e4f784b-1791-43e7-a879-29875f0ae20e" providerId="ADAL" clId="{CDB41200-DA61-4218-95AC-885CAF4B751D}" dt="2026-02-16T07:50:26.602" v="5059" actId="478"/>
          <ac:spMkLst>
            <pc:docMk/>
            <pc:sldMk cId="1714470534" sldId="302"/>
            <ac:spMk id="9" creationId="{73313F80-B0EB-3975-42BF-EC8C3BBDC9FB}"/>
          </ac:spMkLst>
        </pc:spChg>
        <pc:graphicFrameChg chg="del">
          <ac:chgData name="Shashank Mohore" userId="6e4f784b-1791-43e7-a879-29875f0ae20e" providerId="ADAL" clId="{CDB41200-DA61-4218-95AC-885CAF4B751D}" dt="2026-02-16T07:50:26.602" v="5059" actId="478"/>
          <ac:graphicFrameMkLst>
            <pc:docMk/>
            <pc:sldMk cId="1714470534" sldId="302"/>
            <ac:graphicFrameMk id="2" creationId="{1743C076-4B32-01B4-0276-27E8A1B93BE7}"/>
          </ac:graphicFrameMkLst>
        </pc:graphicFrameChg>
        <pc:graphicFrameChg chg="add mod modGraphic">
          <ac:chgData name="Shashank Mohore" userId="6e4f784b-1791-43e7-a879-29875f0ae20e" providerId="ADAL" clId="{CDB41200-DA61-4218-95AC-885CAF4B751D}" dt="2026-02-16T07:56:40.293" v="5131"/>
          <ac:graphicFrameMkLst>
            <pc:docMk/>
            <pc:sldMk cId="1714470534" sldId="302"/>
            <ac:graphicFrameMk id="5" creationId="{0F7FE23B-0D01-7377-CD00-FABB62C5EFBF}"/>
          </ac:graphicFrameMkLst>
        </pc:graphicFrameChg>
        <pc:graphicFrameChg chg="del">
          <ac:chgData name="Shashank Mohore" userId="6e4f784b-1791-43e7-a879-29875f0ae20e" providerId="ADAL" clId="{CDB41200-DA61-4218-95AC-885CAF4B751D}" dt="2026-02-16T07:50:26.602" v="5059" actId="478"/>
          <ac:graphicFrameMkLst>
            <pc:docMk/>
            <pc:sldMk cId="1714470534" sldId="302"/>
            <ac:graphicFrameMk id="10" creationId="{40DA4BA0-FBB3-5F9F-4E18-F78D6E1D8DC1}"/>
          </ac:graphicFrameMkLst>
        </pc:graphicFrameChg>
      </pc:sldChg>
      <pc:sldChg chg="add del">
        <pc:chgData name="Shashank Mohore" userId="6e4f784b-1791-43e7-a879-29875f0ae20e" providerId="ADAL" clId="{CDB41200-DA61-4218-95AC-885CAF4B751D}" dt="2026-02-16T07:50:35.439" v="5070"/>
        <pc:sldMkLst>
          <pc:docMk/>
          <pc:sldMk cId="130346128" sldId="303"/>
        </pc:sldMkLst>
      </pc:sldChg>
      <pc:sldChg chg="addSp modSp add mod">
        <pc:chgData name="Shashank Mohore" userId="6e4f784b-1791-43e7-a879-29875f0ae20e" providerId="ADAL" clId="{CDB41200-DA61-4218-95AC-885CAF4B751D}" dt="2026-02-16T11:38:47.783" v="5325" actId="20577"/>
        <pc:sldMkLst>
          <pc:docMk/>
          <pc:sldMk cId="699300327" sldId="303"/>
        </pc:sldMkLst>
        <pc:spChg chg="mod">
          <ac:chgData name="Shashank Mohore" userId="6e4f784b-1791-43e7-a879-29875f0ae20e" providerId="ADAL" clId="{CDB41200-DA61-4218-95AC-885CAF4B751D}" dt="2026-02-16T07:51:05.905" v="5079" actId="20577"/>
          <ac:spMkLst>
            <pc:docMk/>
            <pc:sldMk cId="699300327" sldId="303"/>
            <ac:spMk id="3" creationId="{70330105-1C2F-9717-F77A-8DC1E71A8FFC}"/>
          </ac:spMkLst>
        </pc:spChg>
        <pc:graphicFrameChg chg="add mod modGraphic">
          <ac:chgData name="Shashank Mohore" userId="6e4f784b-1791-43e7-a879-29875f0ae20e" providerId="ADAL" clId="{CDB41200-DA61-4218-95AC-885CAF4B751D}" dt="2026-02-16T11:38:47.783" v="5325" actId="20577"/>
          <ac:graphicFrameMkLst>
            <pc:docMk/>
            <pc:sldMk cId="699300327" sldId="303"/>
            <ac:graphicFrameMk id="2" creationId="{1997FADB-DD13-F258-9BDF-64EA4FE3EC50}"/>
          </ac:graphicFrameMkLst>
        </pc:graphicFrameChg>
      </pc:sldChg>
      <pc:sldChg chg="addSp delSp modSp add mod">
        <pc:chgData name="Shashank Mohore" userId="6e4f784b-1791-43e7-a879-29875f0ae20e" providerId="ADAL" clId="{CDB41200-DA61-4218-95AC-885CAF4B751D}" dt="2026-02-16T07:57:03.075" v="5133"/>
        <pc:sldMkLst>
          <pc:docMk/>
          <pc:sldMk cId="3914144987" sldId="304"/>
        </pc:sldMkLst>
        <pc:spChg chg="mod">
          <ac:chgData name="Shashank Mohore" userId="6e4f784b-1791-43e7-a879-29875f0ae20e" providerId="ADAL" clId="{CDB41200-DA61-4218-95AC-885CAF4B751D}" dt="2026-02-16T07:51:40.633" v="5115" actId="313"/>
          <ac:spMkLst>
            <pc:docMk/>
            <pc:sldMk cId="3914144987" sldId="304"/>
            <ac:spMk id="3" creationId="{828F0EF6-156A-9442-F706-23ADFF9A4B3C}"/>
          </ac:spMkLst>
        </pc:spChg>
        <pc:graphicFrameChg chg="del">
          <ac:chgData name="Shashank Mohore" userId="6e4f784b-1791-43e7-a879-29875f0ae20e" providerId="ADAL" clId="{CDB41200-DA61-4218-95AC-885CAF4B751D}" dt="2026-02-16T07:51:29.937" v="5085" actId="478"/>
          <ac:graphicFrameMkLst>
            <pc:docMk/>
            <pc:sldMk cId="3914144987" sldId="304"/>
            <ac:graphicFrameMk id="2" creationId="{90086C7E-12E4-6128-04D7-03B0ADBDC061}"/>
          </ac:graphicFrameMkLst>
        </pc:graphicFrameChg>
        <pc:graphicFrameChg chg="add mod modGraphic">
          <ac:chgData name="Shashank Mohore" userId="6e4f784b-1791-43e7-a879-29875f0ae20e" providerId="ADAL" clId="{CDB41200-DA61-4218-95AC-885CAF4B751D}" dt="2026-02-16T07:57:03.075" v="5133"/>
          <ac:graphicFrameMkLst>
            <pc:docMk/>
            <pc:sldMk cId="3914144987" sldId="304"/>
            <ac:graphicFrameMk id="5" creationId="{9F7B7820-C701-C127-424A-B38AFE2C4B49}"/>
          </ac:graphicFrameMkLst>
        </pc:graphicFrameChg>
      </pc:sldChg>
      <pc:sldChg chg="delSp modSp add mod">
        <pc:chgData name="Shashank Mohore" userId="6e4f784b-1791-43e7-a879-29875f0ae20e" providerId="ADAL" clId="{CDB41200-DA61-4218-95AC-885CAF4B751D}" dt="2026-02-16T07:59:40.358" v="5226" actId="1076"/>
        <pc:sldMkLst>
          <pc:docMk/>
          <pc:sldMk cId="4234114591" sldId="305"/>
        </pc:sldMkLst>
        <pc:spChg chg="mod">
          <ac:chgData name="Shashank Mohore" userId="6e4f784b-1791-43e7-a879-29875f0ae20e" providerId="ADAL" clId="{CDB41200-DA61-4218-95AC-885CAF4B751D}" dt="2026-02-16T07:59:40.358" v="5226" actId="1076"/>
          <ac:spMkLst>
            <pc:docMk/>
            <pc:sldMk cId="4234114591" sldId="305"/>
            <ac:spMk id="8" creationId="{60278E6B-5B7A-D41E-778D-7025DCF26ED7}"/>
          </ac:spMkLst>
        </pc:spChg>
        <pc:spChg chg="del">
          <ac:chgData name="Shashank Mohore" userId="6e4f784b-1791-43e7-a879-29875f0ae20e" providerId="ADAL" clId="{CDB41200-DA61-4218-95AC-885CAF4B751D}" dt="2026-02-16T07:59:07.561" v="5136" actId="478"/>
          <ac:spMkLst>
            <pc:docMk/>
            <pc:sldMk cId="4234114591" sldId="305"/>
            <ac:spMk id="9" creationId="{F464F557-B5BD-94AB-82C0-91F127D2D7A5}"/>
          </ac:spMkLst>
        </pc:spChg>
      </pc:sldChg>
      <pc:sldChg chg="modSp add mod">
        <pc:chgData name="Shashank Mohore" userId="6e4f784b-1791-43e7-a879-29875f0ae20e" providerId="ADAL" clId="{CDB41200-DA61-4218-95AC-885CAF4B751D}" dt="2026-02-16T17:45:00.327" v="5405" actId="20577"/>
        <pc:sldMkLst>
          <pc:docMk/>
          <pc:sldMk cId="2565388118" sldId="306"/>
        </pc:sldMkLst>
        <pc:spChg chg="mod">
          <ac:chgData name="Shashank Mohore" userId="6e4f784b-1791-43e7-a879-29875f0ae20e" providerId="ADAL" clId="{CDB41200-DA61-4218-95AC-885CAF4B751D}" dt="2026-02-16T17:45:00.327" v="5405" actId="20577"/>
          <ac:spMkLst>
            <pc:docMk/>
            <pc:sldMk cId="2565388118" sldId="306"/>
            <ac:spMk id="8" creationId="{7DA150F4-E147-4C72-B989-6755F7C03989}"/>
          </ac:spMkLst>
        </pc:spChg>
      </pc:sldChg>
      <pc:sldChg chg="add del">
        <pc:chgData name="Shashank Mohore" userId="6e4f784b-1791-43e7-a879-29875f0ae20e" providerId="ADAL" clId="{CDB41200-DA61-4218-95AC-885CAF4B751D}" dt="2026-02-16T17:44:38.698" v="5382"/>
        <pc:sldMkLst>
          <pc:docMk/>
          <pc:sldMk cId="2768162127" sldId="306"/>
        </pc:sldMkLst>
      </pc:sldChg>
      <pc:sldChg chg="addSp delSp modSp add mod">
        <pc:chgData name="Shashank Mohore" userId="6e4f784b-1791-43e7-a879-29875f0ae20e" providerId="ADAL" clId="{CDB41200-DA61-4218-95AC-885CAF4B751D}" dt="2026-02-16T17:52:23.477" v="5548" actId="1076"/>
        <pc:sldMkLst>
          <pc:docMk/>
          <pc:sldMk cId="4062049277" sldId="307"/>
        </pc:sldMkLst>
        <pc:spChg chg="add del mod">
          <ac:chgData name="Shashank Mohore" userId="6e4f784b-1791-43e7-a879-29875f0ae20e" providerId="ADAL" clId="{CDB41200-DA61-4218-95AC-885CAF4B751D}" dt="2026-02-16T17:50:10.070" v="5534" actId="478"/>
          <ac:spMkLst>
            <pc:docMk/>
            <pc:sldMk cId="4062049277" sldId="307"/>
            <ac:spMk id="3" creationId="{05EA71B4-B02D-9311-F33A-FDE0806E3DE0}"/>
          </ac:spMkLst>
        </pc:spChg>
        <pc:picChg chg="del">
          <ac:chgData name="Shashank Mohore" userId="6e4f784b-1791-43e7-a879-29875f0ae20e" providerId="ADAL" clId="{CDB41200-DA61-4218-95AC-885CAF4B751D}" dt="2026-02-16T17:50:06.287" v="5533" actId="478"/>
          <ac:picMkLst>
            <pc:docMk/>
            <pc:sldMk cId="4062049277" sldId="307"/>
            <ac:picMk id="5" creationId="{C9E3627F-305F-CF0C-BE28-59E4F3733643}"/>
          </ac:picMkLst>
        </pc:picChg>
        <pc:picChg chg="add del mod">
          <ac:chgData name="Shashank Mohore" userId="6e4f784b-1791-43e7-a879-29875f0ae20e" providerId="ADAL" clId="{CDB41200-DA61-4218-95AC-885CAF4B751D}" dt="2026-02-16T17:51:24.371" v="5538" actId="478"/>
          <ac:picMkLst>
            <pc:docMk/>
            <pc:sldMk cId="4062049277" sldId="307"/>
            <ac:picMk id="7" creationId="{ED4A153C-DD84-1325-956C-FE5486B65656}"/>
          </ac:picMkLst>
        </pc:picChg>
        <pc:picChg chg="add del mod">
          <ac:chgData name="Shashank Mohore" userId="6e4f784b-1791-43e7-a879-29875f0ae20e" providerId="ADAL" clId="{CDB41200-DA61-4218-95AC-885CAF4B751D}" dt="2026-02-16T17:52:03.189" v="5544" actId="478"/>
          <ac:picMkLst>
            <pc:docMk/>
            <pc:sldMk cId="4062049277" sldId="307"/>
            <ac:picMk id="9" creationId="{1F2143C2-315F-7A83-2FA8-1295423DB568}"/>
          </ac:picMkLst>
        </pc:picChg>
        <pc:picChg chg="add mod">
          <ac:chgData name="Shashank Mohore" userId="6e4f784b-1791-43e7-a879-29875f0ae20e" providerId="ADAL" clId="{CDB41200-DA61-4218-95AC-885CAF4B751D}" dt="2026-02-16T17:52:23.477" v="5548" actId="1076"/>
          <ac:picMkLst>
            <pc:docMk/>
            <pc:sldMk cId="4062049277" sldId="307"/>
            <ac:picMk id="11" creationId="{325EE6A3-6A1E-52A1-05AB-45F9F5C3DE5E}"/>
          </ac:picMkLst>
        </pc:picChg>
      </pc:sldChg>
      <pc:sldChg chg="addSp delSp modSp add mod">
        <pc:chgData name="Shashank Mohore" userId="6e4f784b-1791-43e7-a879-29875f0ae20e" providerId="ADAL" clId="{CDB41200-DA61-4218-95AC-885CAF4B751D}" dt="2026-02-16T17:46:43.766" v="5477" actId="14100"/>
        <pc:sldMkLst>
          <pc:docMk/>
          <pc:sldMk cId="3837913696" sldId="308"/>
        </pc:sldMkLst>
        <pc:spChg chg="mod">
          <ac:chgData name="Shashank Mohore" userId="6e4f784b-1791-43e7-a879-29875f0ae20e" providerId="ADAL" clId="{CDB41200-DA61-4218-95AC-885CAF4B751D}" dt="2026-02-16T17:46:26.983" v="5472" actId="20577"/>
          <ac:spMkLst>
            <pc:docMk/>
            <pc:sldMk cId="3837913696" sldId="308"/>
            <ac:spMk id="6" creationId="{79A2857D-A7CB-1E4D-1259-FA887EBD83C5}"/>
          </ac:spMkLst>
        </pc:spChg>
        <pc:graphicFrameChg chg="add mod modGraphic">
          <ac:chgData name="Shashank Mohore" userId="6e4f784b-1791-43e7-a879-29875f0ae20e" providerId="ADAL" clId="{CDB41200-DA61-4218-95AC-885CAF4B751D}" dt="2026-02-16T17:46:43.766" v="5477" actId="14100"/>
          <ac:graphicFrameMkLst>
            <pc:docMk/>
            <pc:sldMk cId="3837913696" sldId="308"/>
            <ac:graphicFrameMk id="2" creationId="{ABB601C0-1D64-0CFF-F83C-6A6D23D227F4}"/>
          </ac:graphicFrameMkLst>
        </pc:graphicFrameChg>
        <pc:graphicFrameChg chg="del">
          <ac:chgData name="Shashank Mohore" userId="6e4f784b-1791-43e7-a879-29875f0ae20e" providerId="ADAL" clId="{CDB41200-DA61-4218-95AC-885CAF4B751D}" dt="2026-02-16T17:46:14.842" v="5445" actId="478"/>
          <ac:graphicFrameMkLst>
            <pc:docMk/>
            <pc:sldMk cId="3837913696" sldId="308"/>
            <ac:graphicFrameMk id="4" creationId="{75F6B63A-E0F6-BAB4-7B55-F3C11960FC2B}"/>
          </ac:graphicFrameMkLst>
        </pc:graphicFrameChg>
      </pc:sldChg>
      <pc:sldChg chg="addSp delSp modSp add mod">
        <pc:chgData name="Shashank Mohore" userId="6e4f784b-1791-43e7-a879-29875f0ae20e" providerId="ADAL" clId="{CDB41200-DA61-4218-95AC-885CAF4B751D}" dt="2026-02-16T17:47:41.694" v="5531" actId="20577"/>
        <pc:sldMkLst>
          <pc:docMk/>
          <pc:sldMk cId="2720284087" sldId="309"/>
        </pc:sldMkLst>
        <pc:spChg chg="mod">
          <ac:chgData name="Shashank Mohore" userId="6e4f784b-1791-43e7-a879-29875f0ae20e" providerId="ADAL" clId="{CDB41200-DA61-4218-95AC-885CAF4B751D}" dt="2026-02-16T17:47:41.694" v="5531" actId="20577"/>
          <ac:spMkLst>
            <pc:docMk/>
            <pc:sldMk cId="2720284087" sldId="309"/>
            <ac:spMk id="6" creationId="{B188DA61-B6EB-06E8-116A-A987A480DF99}"/>
          </ac:spMkLst>
        </pc:spChg>
        <pc:graphicFrameChg chg="del">
          <ac:chgData name="Shashank Mohore" userId="6e4f784b-1791-43e7-a879-29875f0ae20e" providerId="ADAL" clId="{CDB41200-DA61-4218-95AC-885CAF4B751D}" dt="2026-02-16T17:46:48.561" v="5479" actId="478"/>
          <ac:graphicFrameMkLst>
            <pc:docMk/>
            <pc:sldMk cId="2720284087" sldId="309"/>
            <ac:graphicFrameMk id="2" creationId="{63CECE2B-4D63-6B52-F0B4-AC00FC7F3CB5}"/>
          </ac:graphicFrameMkLst>
        </pc:graphicFrameChg>
        <pc:graphicFrameChg chg="add mod modGraphic">
          <ac:chgData name="Shashank Mohore" userId="6e4f784b-1791-43e7-a879-29875f0ae20e" providerId="ADAL" clId="{CDB41200-DA61-4218-95AC-885CAF4B751D}" dt="2026-02-16T17:47:36.484" v="5520" actId="12385"/>
          <ac:graphicFrameMkLst>
            <pc:docMk/>
            <pc:sldMk cId="2720284087" sldId="309"/>
            <ac:graphicFrameMk id="3" creationId="{24D5A561-B9F9-EFA4-C383-5F60146E0C9C}"/>
          </ac:graphicFrameMkLst>
        </pc:graphicFrameChg>
      </pc:sldChg>
      <pc:sldChg chg="add del">
        <pc:chgData name="Shashank Mohore" userId="6e4f784b-1791-43e7-a879-29875f0ae20e" providerId="ADAL" clId="{CDB41200-DA61-4218-95AC-885CAF4B751D}" dt="2026-02-16T17:48:25.541" v="5532" actId="47"/>
        <pc:sldMkLst>
          <pc:docMk/>
          <pc:sldMk cId="3955625065" sldId="310"/>
        </pc:sldMkLst>
      </pc:sldChg>
      <pc:sldChg chg="addSp modSp add mod ord">
        <pc:chgData name="Shashank Mohore" userId="6e4f784b-1791-43e7-a879-29875f0ae20e" providerId="ADAL" clId="{CDB41200-DA61-4218-95AC-885CAF4B751D}" dt="2026-02-16T17:47:14.835" v="5515"/>
        <pc:sldMkLst>
          <pc:docMk/>
          <pc:sldMk cId="1054699331" sldId="311"/>
        </pc:sldMkLst>
        <pc:spChg chg="mod">
          <ac:chgData name="Shashank Mohore" userId="6e4f784b-1791-43e7-a879-29875f0ae20e" providerId="ADAL" clId="{CDB41200-DA61-4218-95AC-885CAF4B751D}" dt="2026-02-16T17:47:11.861" v="5513" actId="20577"/>
          <ac:spMkLst>
            <pc:docMk/>
            <pc:sldMk cId="1054699331" sldId="311"/>
            <ac:spMk id="6" creationId="{EC7AF4FA-123F-8B82-E78F-58253AD9204C}"/>
          </ac:spMkLst>
        </pc:spChg>
        <pc:graphicFrameChg chg="add mod modGraphic">
          <ac:chgData name="Shashank Mohore" userId="6e4f784b-1791-43e7-a879-29875f0ae20e" providerId="ADAL" clId="{CDB41200-DA61-4218-95AC-885CAF4B751D}" dt="2026-02-16T17:47:04.069" v="5485" actId="12385"/>
          <ac:graphicFrameMkLst>
            <pc:docMk/>
            <pc:sldMk cId="1054699331" sldId="311"/>
            <ac:graphicFrameMk id="2" creationId="{A96D6AA1-CC34-919D-74B5-4313C4EFD5BD}"/>
          </ac:graphicFrameMkLst>
        </pc:graphicFrameChg>
      </pc:sldChg>
      <pc:sldChg chg="add">
        <pc:chgData name="Shashank Mohore" userId="6e4f784b-1791-43e7-a879-29875f0ae20e" providerId="ADAL" clId="{CDB41200-DA61-4218-95AC-885CAF4B751D}" dt="2026-02-16T17:58:26.930" v="5551"/>
        <pc:sldMkLst>
          <pc:docMk/>
          <pc:sldMk cId="2291486717" sldId="312"/>
        </pc:sldMkLst>
      </pc:sldChg>
      <pc:sldChg chg="addSp delSp modSp add mod">
        <pc:chgData name="Shashank Mohore" userId="6e4f784b-1791-43e7-a879-29875f0ae20e" providerId="ADAL" clId="{CDB41200-DA61-4218-95AC-885CAF4B751D}" dt="2026-02-16T18:00:43.616" v="5657" actId="20577"/>
        <pc:sldMkLst>
          <pc:docMk/>
          <pc:sldMk cId="1308894033" sldId="313"/>
        </pc:sldMkLst>
        <pc:spChg chg="mod">
          <ac:chgData name="Shashank Mohore" userId="6e4f784b-1791-43e7-a879-29875f0ae20e" providerId="ADAL" clId="{CDB41200-DA61-4218-95AC-885CAF4B751D}" dt="2026-02-16T18:00:43.616" v="5657" actId="20577"/>
          <ac:spMkLst>
            <pc:docMk/>
            <pc:sldMk cId="1308894033" sldId="313"/>
            <ac:spMk id="6" creationId="{DD4C488C-C59B-0756-E915-CC205FDCD815}"/>
          </ac:spMkLst>
        </pc:spChg>
        <pc:graphicFrameChg chg="add del mod modGraphic">
          <ac:chgData name="Shashank Mohore" userId="6e4f784b-1791-43e7-a879-29875f0ae20e" providerId="ADAL" clId="{CDB41200-DA61-4218-95AC-885CAF4B751D}" dt="2026-02-16T18:00:36.042" v="5638" actId="478"/>
          <ac:graphicFrameMkLst>
            <pc:docMk/>
            <pc:sldMk cId="1308894033" sldId="313"/>
            <ac:graphicFrameMk id="2" creationId="{672FE8EA-5DC1-05F2-2004-6EDEC71873C6}"/>
          </ac:graphicFrameMkLst>
        </pc:graphicFrameChg>
        <pc:picChg chg="del">
          <ac:chgData name="Shashank Mohore" userId="6e4f784b-1791-43e7-a879-29875f0ae20e" providerId="ADAL" clId="{CDB41200-DA61-4218-95AC-885CAF4B751D}" dt="2026-02-16T17:58:36.503" v="5563" actId="478"/>
          <ac:picMkLst>
            <pc:docMk/>
            <pc:sldMk cId="1308894033" sldId="313"/>
            <ac:picMk id="11" creationId="{5C880771-3227-BC05-D6E1-DE18A0C1AF4D}"/>
          </ac:picMkLst>
        </pc:picChg>
      </pc:sldChg>
      <pc:sldChg chg="addSp delSp modSp add del mod">
        <pc:chgData name="Shashank Mohore" userId="6e4f784b-1791-43e7-a879-29875f0ae20e" providerId="ADAL" clId="{CDB41200-DA61-4218-95AC-885CAF4B751D}" dt="2026-02-16T18:00:32.615" v="5637" actId="47"/>
        <pc:sldMkLst>
          <pc:docMk/>
          <pc:sldMk cId="3333350925" sldId="314"/>
        </pc:sldMkLst>
        <pc:spChg chg="mod">
          <ac:chgData name="Shashank Mohore" userId="6e4f784b-1791-43e7-a879-29875f0ae20e" providerId="ADAL" clId="{CDB41200-DA61-4218-95AC-885CAF4B751D}" dt="2026-02-16T17:59:36.466" v="5636" actId="20577"/>
          <ac:spMkLst>
            <pc:docMk/>
            <pc:sldMk cId="3333350925" sldId="314"/>
            <ac:spMk id="6" creationId="{F9B7389F-CE2B-CCAD-9262-6E7520997814}"/>
          </ac:spMkLst>
        </pc:spChg>
        <pc:graphicFrameChg chg="del">
          <ac:chgData name="Shashank Mohore" userId="6e4f784b-1791-43e7-a879-29875f0ae20e" providerId="ADAL" clId="{CDB41200-DA61-4218-95AC-885CAF4B751D}" dt="2026-02-16T17:59:14.760" v="5597" actId="478"/>
          <ac:graphicFrameMkLst>
            <pc:docMk/>
            <pc:sldMk cId="3333350925" sldId="314"/>
            <ac:graphicFrameMk id="2" creationId="{D02A3AF4-6714-3772-AB5B-B495D21FC034}"/>
          </ac:graphicFrameMkLst>
        </pc:graphicFrameChg>
        <pc:graphicFrameChg chg="add mod modGraphic">
          <ac:chgData name="Shashank Mohore" userId="6e4f784b-1791-43e7-a879-29875f0ae20e" providerId="ADAL" clId="{CDB41200-DA61-4218-95AC-885CAF4B751D}" dt="2026-02-16T17:59:28.047" v="5601" actId="12385"/>
          <ac:graphicFrameMkLst>
            <pc:docMk/>
            <pc:sldMk cId="3333350925" sldId="314"/>
            <ac:graphicFrameMk id="3" creationId="{48170B64-FA4B-2F50-B8F9-0FF453F53ADA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1FF13-8D81-5E85-9CD5-BB8A60BDD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526EC8-C67C-2E22-C68C-EC9C331B43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C6EB27-82C0-7615-4FFF-8387B3426C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2E32A-8336-3384-D064-49149B44F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20DDD-ECC9-01F1-5B8F-DDE9282E3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00542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A5D64-30D9-ED91-034D-1E1A80D8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3E606-19D6-6F6E-367B-543052479A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F470EA-CE0D-DBD9-0068-ED8F0C7C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36070-0781-4413-F169-168010131E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D11278-CADB-49D3-6690-62C19FF42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110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78A3B-8D9F-AF5F-849D-8861C2F5F9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2B0BD-7923-AE19-36BE-4747CADEFD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BCE021-BCBF-135E-C8F3-70A22D8A2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D8EC1-B356-248D-688D-C676541C9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9FCE17-6AC2-CF3F-AEE0-634EB491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04507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B8C313-6CFC-0F83-33FC-16C19FDD14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47993-77AB-F13F-0AC4-8D6030E587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5EF67D-E3EC-D73F-DA8F-BAB2BC36E8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BFB40B-B611-DF75-1317-1A4AAB408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7F6FA-1E3A-6290-ACDC-18EF10FAF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38813-5E2E-FDAA-E480-B6C85DCE7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25549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29C83E-EAA7-613B-47FA-FBF418F899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E783BD-7B4F-4201-A21C-42CE55A217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15B533-9A2D-D356-6E73-6FF136640A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380581-2DA3-BBBF-921C-29E32491483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6279B4-9BF8-EA4A-9BDE-E40C89484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140A8D0-D255-D487-C09B-B776877BC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D62FDD-C16A-3C85-27FA-E2E423827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C62EDE-A2A0-2B88-4D65-54CD94336D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1714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C88A74-5894-0ED9-1EE5-5FA77FAC0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DB43374-D50C-D7B9-C253-F914CA2223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7D2399-6501-4E6C-5B2D-48401A1CD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47F59C-FF59-89F0-3A99-D6BCC5B10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38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E9C842-9A37-52AD-902D-A0E1B3076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DBA6579-9646-EAF4-6A73-78D29BA72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DB784B8-EC43-B8D7-6E4D-35D66F101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4170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E775E2-B08A-96A6-5BB9-A0DB3DAD9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306170-F5F6-C75B-1B65-445E761281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006B3F6-C9A5-AFDB-50DC-0C9E73C6FE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B72549-DDBB-9FE9-6EFF-CC9807B2A2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30FC88-E8E3-D7AC-D36A-949904AC6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EABC27-97AB-75F6-F9FC-E7A898169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75070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4257BE-7655-450B-AEC3-D5146F4F7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30A1E29-FBBD-399D-3C32-36E480AC05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0DF4C9-F009-BED8-4601-61A7F1C7D6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CE59E-7BDA-4D76-C50B-1996C559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3DB443-7DD0-ABC8-7655-032AA914C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E5CD09-98CF-CBC4-B5B9-DAAB26E61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399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5E0174-6B63-CA2F-CCFB-BCAF0878B9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AC3B28-5569-0987-0F82-52FC78C94A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964D85-2948-24D8-C0DD-2808D636DD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7A95FD-B8D7-1B20-F277-31A11466AD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7839EF-000F-0032-65D3-8ECE32B89E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98069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F54B9F-3A2B-D1FC-39B5-090595E292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2FE5901-2E08-FA9F-B0D1-AC424FF796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983852-000A-8D25-D8EF-CE835D7068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38C8FE-867F-8161-31FB-85F5DDA93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285A2-2A63-5617-BECC-3635F10C6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62859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CF36867-97DA-9423-9992-DD9E1ACC2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A60927-6E77-D352-ECB2-2B7D8A0494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3E224A-51AB-B7B2-8F0C-267934D9538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CF5B28E-07E7-45EC-8A4A-F72B4D0570AF}" type="datetimeFigureOut">
              <a:rPr lang="en-IN" smtClean="0"/>
              <a:t>14-02-2026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87BB89-CB3E-F38B-E610-4CCF72E677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497901-0137-5671-0AD7-9382246544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E2D2AC-D157-4637-903D-59E7666170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75190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microsoft.com/office/2007/relationships/hdphoto" Target="../media/hdphoto2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C2CAF46F-8661-C9A1-C5F6-66AC74AF9806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F804B6-6C69-A3B7-9F98-D9B3E2C4FA2D}"/>
              </a:ext>
            </a:extLst>
          </p:cNvPr>
          <p:cNvSpPr txBox="1"/>
          <p:nvPr/>
        </p:nvSpPr>
        <p:spPr>
          <a:xfrm>
            <a:off x="3215319" y="2228671"/>
            <a:ext cx="5601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 err="1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MyOffer</a:t>
            </a:r>
            <a:endParaRPr kumimoji="0" lang="en-IN" sz="72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CDD9F92-6E6A-E497-59DE-6BFF890639F5}"/>
              </a:ext>
            </a:extLst>
          </p:cNvPr>
          <p:cNvSpPr txBox="1"/>
          <p:nvPr/>
        </p:nvSpPr>
        <p:spPr>
          <a:xfrm>
            <a:off x="3336837" y="3167390"/>
            <a:ext cx="535886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400" b="1" i="1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Discounts  at Doorstep!</a:t>
            </a:r>
            <a:endParaRPr kumimoji="0" lang="en-IN" sz="24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8861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5C8891-6B79-279F-26B1-4FA5EFB65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1B8F5B7-AFC8-846C-889E-AEBC72762167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F62AD06-5B02-96F5-3E42-426CBB704626}"/>
              </a:ext>
            </a:extLst>
          </p:cNvPr>
          <p:cNvSpPr txBox="1"/>
          <p:nvPr/>
        </p:nvSpPr>
        <p:spPr>
          <a:xfrm>
            <a:off x="4269525" y="2728251"/>
            <a:ext cx="3493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Introduction</a:t>
            </a:r>
            <a:endParaRPr kumimoji="0" lang="en-IN" sz="36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197437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2F4C3D-097A-52B6-98D2-DE0B9F04EC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7BD9000-E923-CF8C-1130-B1E1487AF12C}"/>
              </a:ext>
            </a:extLst>
          </p:cNvPr>
          <p:cNvSpPr txBox="1"/>
          <p:nvPr/>
        </p:nvSpPr>
        <p:spPr>
          <a:xfrm>
            <a:off x="1935118" y="2407765"/>
            <a:ext cx="832176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1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are developing</a:t>
            </a: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…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1" u="none" strike="noStrike" kern="1200" cap="none" spc="0" normalizeH="0" baseline="0" noProof="0" dirty="0" err="1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Androi</a:t>
            </a: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d App; iOS; </a:t>
            </a:r>
            <a:r>
              <a:rPr lang="en-GB" sz="3600" b="1" i="1" dirty="0" err="1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Apk</a:t>
            </a: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; </a:t>
            </a:r>
            <a:r>
              <a:rPr lang="en-GB" sz="3600" b="1" i="1" dirty="0" err="1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WebPage</a:t>
            </a:r>
            <a:endParaRPr kumimoji="0" lang="en-IN" sz="36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77639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61325-41B7-1283-853B-511140CB9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74E03B4-1274-26AB-123A-00E0ADB51CCD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Scope of Work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B0ED148-12EA-EEB8-BD4C-B933733CBF97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85C9D6BC-75A9-7398-76F6-9C01FCAC2EB9}"/>
              </a:ext>
            </a:extLst>
          </p:cNvPr>
          <p:cNvSpPr txBox="1"/>
          <p:nvPr/>
        </p:nvSpPr>
        <p:spPr>
          <a:xfrm>
            <a:off x="607193" y="1468201"/>
            <a:ext cx="10977613" cy="143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Vision: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become the intelligence layer for local commerce, guiding customers to the right store and the right offer instantly.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6E1E5C2-0C53-7623-4BA2-AE4C9455D8E1}"/>
              </a:ext>
            </a:extLst>
          </p:cNvPr>
          <p:cNvSpPr txBox="1"/>
          <p:nvPr/>
        </p:nvSpPr>
        <p:spPr>
          <a:xfrm>
            <a:off x="607193" y="3549775"/>
            <a:ext cx="11472512" cy="14329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 dirty="0">
                <a:ln>
                  <a:noFill/>
                </a:ln>
                <a:solidFill>
                  <a:srgbClr val="0F9ED5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Mission:</a:t>
            </a:r>
            <a:b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</a:br>
            <a:r>
              <a:rPr kumimoji="0" lang="en-GB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To systematically drive 2X revenue growth for local businesses through AI-native, hyperlocal discount intelligence.</a:t>
            </a:r>
            <a:endParaRPr kumimoji="0" lang="en-IN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9743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B1D4-2D92-0DD3-E5D6-D822AA24D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6B26ACF-5EF3-80B1-AE32-52301C148630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What we are solving for?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6464CBE-22E4-D2B9-D3EA-EAC968B51306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005FB37-A82F-A424-3DF0-BA727AD062F7}"/>
              </a:ext>
            </a:extLst>
          </p:cNvPr>
          <p:cNvSpPr txBox="1"/>
          <p:nvPr/>
        </p:nvSpPr>
        <p:spPr>
          <a:xfrm>
            <a:off x="291443" y="1986924"/>
            <a:ext cx="1092467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800"/>
              </a:spcAft>
              <a:buClrTx/>
              <a:buSzTx/>
              <a:tabLst>
                <a:tab pos="457200" algn="l"/>
              </a:tabLst>
              <a:defRPr/>
            </a:pPr>
            <a:r>
              <a:rPr kumimoji="0" lang="en-IN" sz="1800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We are predominantly solving for…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Wasted customer time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caused by visiting multiple shops or scrolling irrelevant platforms to find the right local offer.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Low footfall for local businesses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despite having genuine discounts and competitive pricing.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Lack of hyperlocal discovery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where existing platforms fail to show offers specific to a customer’s pin code and timing.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Inefficient advertising spend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by shopkeepers on mass or non-targeted marketing channels.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No real-time offer visibility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, resulting in discounts that fail to reach customers when they are most likely to buy.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Campaigning platform</a:t>
            </a: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small stores who cannot spend heavy on reaching out customer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kern="100" dirty="0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Unknown shops but known presences; giving visibility to these </a:t>
            </a:r>
            <a:r>
              <a:rPr lang="en-IN" kern="100" dirty="0" err="1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Eg.</a:t>
            </a:r>
            <a:r>
              <a:rPr lang="en-IN" kern="100" dirty="0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Laundry Service the corner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kumimoji="0" lang="en-IN" b="1" i="0" u="none" strike="noStrike" kern="1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Shop in Shop </a:t>
            </a:r>
            <a:r>
              <a:rPr kumimoji="0" lang="en-IN" b="0" i="0" u="none" strike="noStrike" kern="1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for Hyperlocal stores</a:t>
            </a:r>
          </a:p>
          <a:p>
            <a:pPr marL="800100" lvl="1" indent="-342900">
              <a:spcAft>
                <a:spcPts val="800"/>
              </a:spcAft>
              <a:buFont typeface="Wingdings" panose="05000000000000000000" pitchFamily="2" charset="2"/>
              <a:buChar char="q"/>
              <a:tabLst>
                <a:tab pos="457200" algn="l"/>
              </a:tabLst>
            </a:pPr>
            <a:r>
              <a:rPr lang="en-IN" b="1" kern="100" dirty="0">
                <a:solidFill>
                  <a:schemeClr val="accent1">
                    <a:lumMod val="50000"/>
                  </a:schemeClr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Working Capital Loans </a:t>
            </a:r>
            <a:r>
              <a:rPr lang="en-IN" kern="100" dirty="0">
                <a:solidFill>
                  <a:prstClr val="black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from the platform</a:t>
            </a:r>
            <a:endParaRPr kumimoji="0" lang="en-IN" b="0" i="0" u="none" strike="noStrike" kern="1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948380-97B4-62F5-F818-D1A10EFE4818}"/>
              </a:ext>
            </a:extLst>
          </p:cNvPr>
          <p:cNvSpPr txBox="1"/>
          <p:nvPr/>
        </p:nvSpPr>
        <p:spPr>
          <a:xfrm>
            <a:off x="291443" y="966880"/>
            <a:ext cx="11551363" cy="88338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We are building an </a:t>
            </a:r>
            <a:r>
              <a:rPr kumimoji="0" lang="en-GB" sz="18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50000"/>
                  </a:scheme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AI-native hyperlocal commerce platform </a:t>
            </a:r>
            <a:r>
              <a:rPr kumimoji="0" lang="en-GB" sz="180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that connects customers to the right nearby store in real time. </a:t>
            </a:r>
          </a:p>
        </p:txBody>
      </p:sp>
    </p:spTree>
    <p:extLst>
      <p:ext uri="{BB962C8B-B14F-4D97-AF65-F5344CB8AC3E}">
        <p14:creationId xmlns:p14="http://schemas.microsoft.com/office/powerpoint/2010/main" val="10526474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AEE72-44AC-402B-E011-8A17A289D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D6CC405-A758-3CA5-3B75-E64B394D7985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Impact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3037A73-FC62-601E-1F4F-A5BC20AF1B74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F6351E1E-C786-A591-FC8E-B4973864E6E1}"/>
              </a:ext>
            </a:extLst>
          </p:cNvPr>
          <p:cNvSpPr txBox="1"/>
          <p:nvPr/>
        </p:nvSpPr>
        <p:spPr>
          <a:xfrm>
            <a:off x="217125" y="1000335"/>
            <a:ext cx="11700000" cy="54538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Create Employment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The model encompasses creating employment basis “Company Employees” &amp; “Self Serving Agents” hence in long run will impact millions of lives by giving employment.</a:t>
            </a:r>
          </a:p>
          <a:p>
            <a:pPr>
              <a:lnSpc>
                <a:spcPct val="150000"/>
              </a:lnSpc>
            </a:pPr>
            <a:r>
              <a:rPr lang="en-GB" b="1" dirty="0">
                <a:solidFill>
                  <a:schemeClr val="accent1">
                    <a:lumMod val="50000"/>
                  </a:schemeClr>
                </a:solidFill>
              </a:rPr>
              <a:t>AI Driven Advance Tech Platform</a:t>
            </a:r>
          </a:p>
          <a:p>
            <a:pPr lvl="1">
              <a:lnSpc>
                <a:spcPct val="150000"/>
              </a:lnSpc>
            </a:pPr>
            <a:r>
              <a:rPr lang="en-GB" dirty="0"/>
              <a:t>The model has a deep integration with AI sources making it future ready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Uniqueness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The idea is absolutely fresh; not platform currently has been developed like this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Support to Small Self Employed Businesses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The model with its unique strength of going hyperlocal will make the smallest of business keepers relevant and not just killed by online business giants</a:t>
            </a:r>
          </a:p>
          <a:p>
            <a:pPr>
              <a:lnSpc>
                <a:spcPct val="150000"/>
              </a:lnSpc>
            </a:pPr>
            <a:r>
              <a:rPr lang="en-IN" b="1" dirty="0">
                <a:solidFill>
                  <a:schemeClr val="accent1">
                    <a:lumMod val="50000"/>
                  </a:schemeClr>
                </a:solidFill>
              </a:rPr>
              <a:t>Inclusion</a:t>
            </a:r>
          </a:p>
          <a:p>
            <a:pPr lvl="1">
              <a:lnSpc>
                <a:spcPct val="150000"/>
              </a:lnSpc>
            </a:pPr>
            <a:r>
              <a:rPr lang="en-IN" dirty="0"/>
              <a:t>The model can be taken to every nook and corner of the country; making it relevant without geographical boundaries</a:t>
            </a:r>
          </a:p>
        </p:txBody>
      </p:sp>
    </p:spTree>
    <p:extLst>
      <p:ext uri="{BB962C8B-B14F-4D97-AF65-F5344CB8AC3E}">
        <p14:creationId xmlns:p14="http://schemas.microsoft.com/office/powerpoint/2010/main" val="3024680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AF73E1-7E3B-745F-CD29-064C7B743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9255964-AEF4-9854-3FDC-A4645897BE9E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BAE3EC2-CFD9-48BF-1AFE-91BCBE4DA46D}"/>
              </a:ext>
            </a:extLst>
          </p:cNvPr>
          <p:cNvSpPr txBox="1"/>
          <p:nvPr/>
        </p:nvSpPr>
        <p:spPr>
          <a:xfrm>
            <a:off x="4269525" y="2728251"/>
            <a:ext cx="3493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Profiles</a:t>
            </a:r>
            <a:endParaRPr kumimoji="0" lang="en-IN" sz="36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95015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9119C-F5C8-08B0-94A4-1CD3FF0C1E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60278E6B-5B7A-D41E-778D-7025DCF26ED7}"/>
              </a:ext>
            </a:extLst>
          </p:cNvPr>
          <p:cNvSpPr txBox="1"/>
          <p:nvPr/>
        </p:nvSpPr>
        <p:spPr>
          <a:xfrm>
            <a:off x="1175451" y="739963"/>
            <a:ext cx="8563972" cy="4998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marR="0" lvl="0" indent="-5715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Customer</a:t>
            </a:r>
          </a:p>
          <a:p>
            <a:pPr marL="571500" marR="0" lvl="0" indent="-5715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Shopkeeper</a:t>
            </a:r>
          </a:p>
          <a:p>
            <a:pPr marL="571500" marR="0" lvl="0" indent="-5715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Sales Agent – Employee</a:t>
            </a:r>
          </a:p>
          <a:p>
            <a:pPr marL="571500" marR="0" lvl="0" indent="-5715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Self Service Agent</a:t>
            </a:r>
          </a:p>
          <a:p>
            <a:pPr marL="571500" marR="0" lvl="0" indent="-5715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Admin</a:t>
            </a:r>
          </a:p>
          <a:p>
            <a:pPr marL="571500" marR="0" lvl="0" indent="-571500" defTabSz="9144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Sub Admin</a:t>
            </a:r>
          </a:p>
        </p:txBody>
      </p:sp>
    </p:spTree>
    <p:extLst>
      <p:ext uri="{BB962C8B-B14F-4D97-AF65-F5344CB8AC3E}">
        <p14:creationId xmlns:p14="http://schemas.microsoft.com/office/powerpoint/2010/main" val="4234114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8C696E-A4EC-8610-825B-25CF3C51C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EA0FFA1-D22A-1A95-D649-C63C818495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79219235"/>
              </p:ext>
            </p:extLst>
          </p:nvPr>
        </p:nvGraphicFramePr>
        <p:xfrm>
          <a:off x="691117" y="1499191"/>
          <a:ext cx="11057860" cy="502865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764465">
                  <a:extLst>
                    <a:ext uri="{9D8B030D-6E8A-4147-A177-3AD203B41FA5}">
                      <a16:colId xmlns:a16="http://schemas.microsoft.com/office/drawing/2014/main" val="3692210424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421216727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462499058"/>
                    </a:ext>
                  </a:extLst>
                </a:gridCol>
                <a:gridCol w="2764465">
                  <a:extLst>
                    <a:ext uri="{9D8B030D-6E8A-4147-A177-3AD203B41FA5}">
                      <a16:colId xmlns:a16="http://schemas.microsoft.com/office/drawing/2014/main" val="3694268876"/>
                    </a:ext>
                  </a:extLst>
                </a:gridCol>
              </a:tblGrid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Category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Capabilities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Detailed Description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System Permissions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776923882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Onboarding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Mobile OTP Login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Mobile number verification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Create profile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947568376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Profile Creation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Name, DOB, Gender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Used for targeting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Edit own profile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414110113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Address Details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 dirty="0"/>
                        <a:t>Address, Pin code, City, State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Geo-based filtering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View / Edit own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1666331407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Preference Mapping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Product likeliness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Category personalization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Stored in customer DB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399030103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Offer Discovery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View offers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Based on location + preferences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Read-only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445025434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Like Feature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Like / Save offers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Creates behavioral signals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Write to DB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646464843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Banner Interaction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Click → View shop address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Deep link to shop profile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Read-only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4110918447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Notifications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Receive push notifications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Campaign based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Passive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2881666269"/>
                  </a:ext>
                </a:extLst>
              </a:tr>
              <a:tr h="50286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Offer History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View liked offers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Personal record</a:t>
                      </a:r>
                    </a:p>
                  </a:txBody>
                  <a:tcPr marL="71333" marR="71333" marT="35667" marB="35667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Read-only</a:t>
                      </a:r>
                    </a:p>
                  </a:txBody>
                  <a:tcPr marL="71333" marR="71333" marT="35667" marB="35667" anchor="ctr"/>
                </a:tc>
                <a:extLst>
                  <a:ext uri="{0D108BD9-81ED-4DB2-BD59-A6C34878D82A}">
                    <a16:rowId xmlns:a16="http://schemas.microsoft.com/office/drawing/2014/main" val="325230153"/>
                  </a:ext>
                </a:extLst>
              </a:tr>
            </a:tbl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D2D749B5-5AA7-FE9B-EAB5-0F931170B925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Profile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01DFC42-F162-548E-163C-4BA310337EFE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D907DA3A-DF07-D403-7776-F7F491C9CF1B}"/>
              </a:ext>
            </a:extLst>
          </p:cNvPr>
          <p:cNvSpPr txBox="1"/>
          <p:nvPr/>
        </p:nvSpPr>
        <p:spPr>
          <a:xfrm>
            <a:off x="579474" y="974721"/>
            <a:ext cx="613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Discover nearby offers and engage with local shops.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38504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14A92-C358-6862-18BA-EAAF0EDC90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32DF6FE-3594-615A-B31B-8F65C0A6EE2A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Shopkeeper Profile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976D26E-08B3-77E2-A671-AF4E2A709265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2F1A4BEE-2DA2-0EB5-07D7-6B8DE7A10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9560779"/>
              </p:ext>
            </p:extLst>
          </p:nvPr>
        </p:nvGraphicFramePr>
        <p:xfrm>
          <a:off x="754911" y="1626997"/>
          <a:ext cx="10962168" cy="4943928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740542">
                  <a:extLst>
                    <a:ext uri="{9D8B030D-6E8A-4147-A177-3AD203B41FA5}">
                      <a16:colId xmlns:a16="http://schemas.microsoft.com/office/drawing/2014/main" val="680941711"/>
                    </a:ext>
                  </a:extLst>
                </a:gridCol>
                <a:gridCol w="2740542">
                  <a:extLst>
                    <a:ext uri="{9D8B030D-6E8A-4147-A177-3AD203B41FA5}">
                      <a16:colId xmlns:a16="http://schemas.microsoft.com/office/drawing/2014/main" val="3400646663"/>
                    </a:ext>
                  </a:extLst>
                </a:gridCol>
                <a:gridCol w="2740542">
                  <a:extLst>
                    <a:ext uri="{9D8B030D-6E8A-4147-A177-3AD203B41FA5}">
                      <a16:colId xmlns:a16="http://schemas.microsoft.com/office/drawing/2014/main" val="421972620"/>
                    </a:ext>
                  </a:extLst>
                </a:gridCol>
                <a:gridCol w="2740542">
                  <a:extLst>
                    <a:ext uri="{9D8B030D-6E8A-4147-A177-3AD203B41FA5}">
                      <a16:colId xmlns:a16="http://schemas.microsoft.com/office/drawing/2014/main" val="1641316592"/>
                    </a:ext>
                  </a:extLst>
                </a:gridCol>
              </a:tblGrid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Category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Capabilities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Detailed Description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System Permissions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382430834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Onboarding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App download + Subscription Payment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Mandate-based signup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Create shop account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883593403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Coupon Application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Enter discount code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Validate against admin rules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Limited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535096957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Shop Profile Creation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 dirty="0"/>
                        <a:t>Upload shop photo + 3-5 interior photos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Mini digital storefront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Edit own page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4187535467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QR Generation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Unique QR for shop page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Share offline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Auto-generated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059201868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Banner Creation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Upload promotional banner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Requires sub-admin approval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Submit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043083180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Campaign Creation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Choose target filters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Pin code, Gender, Age, Category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Configure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394258040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Audience Visibility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View base count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200"/>
                        <a:t>See how many customers targeted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Read-only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280571702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Pricing Preview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View dynamic campaign cost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Real-time calculation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View-only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3158856670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Campaign Scheduling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Schedule WhatsApp / App Notification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Set date &amp; time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Submit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1914764960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Campaign History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View past campaigns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Reach + cost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Read-only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775014978"/>
                  </a:ext>
                </a:extLst>
              </a:tr>
              <a:tr h="41199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Payment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Pay for campaign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Online payment gateway</a:t>
                      </a:r>
                    </a:p>
                  </a:txBody>
                  <a:tcPr marL="60435" marR="60435" marT="30218" marB="30218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Transactional</a:t>
                      </a:r>
                    </a:p>
                  </a:txBody>
                  <a:tcPr marL="60435" marR="60435" marT="30218" marB="30218" anchor="ctr"/>
                </a:tc>
                <a:extLst>
                  <a:ext uri="{0D108BD9-81ED-4DB2-BD59-A6C34878D82A}">
                    <a16:rowId xmlns:a16="http://schemas.microsoft.com/office/drawing/2014/main" val="229202240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4859C58-895B-3486-9971-F090574AAE5E}"/>
              </a:ext>
            </a:extLst>
          </p:cNvPr>
          <p:cNvSpPr txBox="1"/>
          <p:nvPr/>
        </p:nvSpPr>
        <p:spPr>
          <a:xfrm>
            <a:off x="632637" y="1038624"/>
            <a:ext cx="613498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Digitize local store &amp; run campaigns to nearby customers.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652822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F1AD1-9059-6549-D782-8B755CA3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BFEE4F1-6BBD-D5FE-6B16-85E4E4557E52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Sales Profile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8983D9E-3A94-F32D-09EC-A75140E14406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127EE5-405E-C406-360A-7EF1DBA75B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501287"/>
              </p:ext>
            </p:extLst>
          </p:nvPr>
        </p:nvGraphicFramePr>
        <p:xfrm>
          <a:off x="604284" y="1905665"/>
          <a:ext cx="10515600" cy="164592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46340972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6311408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57304592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437504065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Detailed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System Permissions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388872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Login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Employee ID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Company verified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Role restricted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76537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Shop Onboarding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Create shop account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Assisted signup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Limited write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7220263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Coupon 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Apply employee discount (EMPID20)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Pre-approved discount %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Controlled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3176513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Performance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View shops onboarded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Sales performance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Read-only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430966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Revenue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See commission summary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/>
                        <a:t>Based on onboardings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200" dirty="0"/>
                        <a:t>Read-only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642956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4C8085AC-72D7-0EF9-0BF4-26795B18B869}"/>
              </a:ext>
            </a:extLst>
          </p:cNvPr>
          <p:cNvSpPr txBox="1"/>
          <p:nvPr/>
        </p:nvSpPr>
        <p:spPr>
          <a:xfrm>
            <a:off x="483781" y="1056926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Sales Agent - Employee</a:t>
            </a:r>
          </a:p>
          <a:p>
            <a:pPr>
              <a:buNone/>
            </a:pPr>
            <a:r>
              <a:rPr lang="en-GB" dirty="0"/>
              <a:t>Field onboarding of shopkeepers.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4CFCF7B-B77D-A070-7D34-DD8875AFF0FC}"/>
              </a:ext>
            </a:extLst>
          </p:cNvPr>
          <p:cNvSpPr txBox="1"/>
          <p:nvPr/>
        </p:nvSpPr>
        <p:spPr>
          <a:xfrm>
            <a:off x="604284" y="4058851"/>
            <a:ext cx="61349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b="1" dirty="0"/>
              <a:t>Sales Agent – Self Onboarding</a:t>
            </a:r>
          </a:p>
          <a:p>
            <a:pPr>
              <a:buNone/>
            </a:pPr>
            <a:r>
              <a:rPr lang="en-GB" dirty="0"/>
              <a:t>Earn incentives by onboarding shops independently..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134131D-90A7-EFDA-0A89-019E5BEE02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23236"/>
              </p:ext>
            </p:extLst>
          </p:nvPr>
        </p:nvGraphicFramePr>
        <p:xfrm>
          <a:off x="731875" y="5039074"/>
          <a:ext cx="10515600" cy="15240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1152490371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30769204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545369225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00371509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Detailed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System Permissions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094983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Unique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Personal referral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Acts as coupon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System validated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521843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Shop Referral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Share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Shop applies during signup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Passive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0757326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Incentive 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Earn per activation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Based on subscription payment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Read-only dashboard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88848289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400"/>
                        <a:t>View shops activated via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Incentive ledger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Read-only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4285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132251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4DCC17-6582-9464-1D6A-62C4AADBBD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1FC4D08-6F20-6D3C-04FA-B1D846890A8D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Sub Admin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F76454CA-F582-57D7-E2A9-7086CB06C072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F7FE23B-0D01-7377-CD00-FABB62C5EF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3449353"/>
              </p:ext>
            </p:extLst>
          </p:nvPr>
        </p:nvGraphicFramePr>
        <p:xfrm>
          <a:off x="318976" y="1148316"/>
          <a:ext cx="11483164" cy="4890102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870791">
                  <a:extLst>
                    <a:ext uri="{9D8B030D-6E8A-4147-A177-3AD203B41FA5}">
                      <a16:colId xmlns:a16="http://schemas.microsoft.com/office/drawing/2014/main" val="1838937014"/>
                    </a:ext>
                  </a:extLst>
                </a:gridCol>
                <a:gridCol w="2870791">
                  <a:extLst>
                    <a:ext uri="{9D8B030D-6E8A-4147-A177-3AD203B41FA5}">
                      <a16:colId xmlns:a16="http://schemas.microsoft.com/office/drawing/2014/main" val="3758436941"/>
                    </a:ext>
                  </a:extLst>
                </a:gridCol>
                <a:gridCol w="2870791">
                  <a:extLst>
                    <a:ext uri="{9D8B030D-6E8A-4147-A177-3AD203B41FA5}">
                      <a16:colId xmlns:a16="http://schemas.microsoft.com/office/drawing/2014/main" val="573696744"/>
                    </a:ext>
                  </a:extLst>
                </a:gridCol>
                <a:gridCol w="2870791">
                  <a:extLst>
                    <a:ext uri="{9D8B030D-6E8A-4147-A177-3AD203B41FA5}">
                      <a16:colId xmlns:a16="http://schemas.microsoft.com/office/drawing/2014/main" val="840884880"/>
                    </a:ext>
                  </a:extLst>
                </a:gridCol>
              </a:tblGrid>
              <a:tr h="69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Capabilities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Detailed Description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System Permissions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06796545"/>
                  </a:ext>
                </a:extLst>
              </a:tr>
              <a:tr h="69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Shop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Approve / Reject shop profile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Quality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48752470"/>
                  </a:ext>
                </a:extLst>
              </a:tr>
              <a:tr h="69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Banner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Approve promotional banners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Content moderation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Moderate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5777677"/>
                  </a:ext>
                </a:extLst>
              </a:tr>
              <a:tr h="69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Campaign Approval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Review campaign filters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Prevent misuse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Approve / Reject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9419890"/>
                  </a:ext>
                </a:extLst>
              </a:tr>
              <a:tr h="69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Coupon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Track discount usage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Abuse control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03419799"/>
                  </a:ext>
                </a:extLst>
              </a:tr>
              <a:tr h="69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Regional Dashboard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region-wise stats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Shop count, revenue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Read-only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3447031"/>
                  </a:ext>
                </a:extLst>
              </a:tr>
              <a:tr h="69858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Payment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View campaign payments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Financial 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Read-only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019006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144705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669B7-EA49-6902-9197-8055A4A30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330105-1C2F-9717-F77A-8DC1E71A8FFC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Admin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CEA0F5-E38D-432F-70A6-582AA11B6483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997FADB-DD13-F258-9BDF-64EA4FE3EC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3477949"/>
              </p:ext>
            </p:extLst>
          </p:nvPr>
        </p:nvGraphicFramePr>
        <p:xfrm>
          <a:off x="382772" y="1095155"/>
          <a:ext cx="11430000" cy="5390702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857500">
                  <a:extLst>
                    <a:ext uri="{9D8B030D-6E8A-4147-A177-3AD203B41FA5}">
                      <a16:colId xmlns:a16="http://schemas.microsoft.com/office/drawing/2014/main" val="330828403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188352128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1951494193"/>
                    </a:ext>
                  </a:extLst>
                </a:gridCol>
                <a:gridCol w="2857500">
                  <a:extLst>
                    <a:ext uri="{9D8B030D-6E8A-4147-A177-3AD203B41FA5}">
                      <a16:colId xmlns:a16="http://schemas.microsoft.com/office/drawing/2014/main" val="3504708489"/>
                    </a:ext>
                  </a:extLst>
                </a:gridCol>
              </a:tblGrid>
              <a:tr h="316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Category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Capabilities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Detailed Description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System Permissions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781034508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Pricing Engine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Define base price per 1,000 users </a:t>
                      </a:r>
                      <a:r>
                        <a:rPr lang="en-IN" sz="1300" dirty="0" err="1"/>
                        <a:t>Eg.</a:t>
                      </a:r>
                      <a:r>
                        <a:rPr lang="en-IN" sz="1300" dirty="0"/>
                        <a:t> 999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Core monetization logic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 control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677763870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Filter Premium Setup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Set surcharge for product category </a:t>
                      </a:r>
                      <a:r>
                        <a:rPr lang="en-IN" sz="1300" dirty="0" err="1"/>
                        <a:t>Eg.</a:t>
                      </a:r>
                      <a:r>
                        <a:rPr lang="en-IN" sz="1300" dirty="0"/>
                        <a:t> Jewellery higher, laundry lower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Revenue optimization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665211423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Channel Multiplier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 dirty="0"/>
                        <a:t>WhatsApp vs App Notification pricing for campaigns by shop keeper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Configurable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166880717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Subscription Fee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Define monthly/yearly plan cost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Business control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948293535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Coupon Creation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sz="1300"/>
                        <a:t>Create % or flat discount codes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Sales strategy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1160332976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Agent Management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Create Sales / Self Agents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Role assignment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623467055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Revenue Dashboard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 revenue analytics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Campaign + Subscription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3455012679"/>
                  </a:ext>
                </a:extLst>
              </a:tr>
              <a:tr h="316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Customer Analytics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User base insights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Behavior data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4063045010"/>
                  </a:ext>
                </a:extLst>
              </a:tr>
              <a:tr h="31622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Fraud Detection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Monitor unusual activity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Compliance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647904660"/>
                  </a:ext>
                </a:extLst>
              </a:tr>
              <a:tr h="55525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Notification System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Push global announcements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/>
                        <a:t>System-wide</a:t>
                      </a:r>
                    </a:p>
                  </a:txBody>
                  <a:tcPr marL="63990" marR="63990" marT="31995" marB="31995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dirty="0"/>
                        <a:t>Full</a:t>
                      </a:r>
                    </a:p>
                  </a:txBody>
                  <a:tcPr marL="63990" marR="63990" marT="31995" marB="31995" anchor="ctr"/>
                </a:tc>
                <a:extLst>
                  <a:ext uri="{0D108BD9-81ED-4DB2-BD59-A6C34878D82A}">
                    <a16:rowId xmlns:a16="http://schemas.microsoft.com/office/drawing/2014/main" val="286194086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993003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98555B-8460-2037-6E9D-07AAC51E6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28F0EF6-156A-9442-F706-23ADFF9A4B3C}"/>
              </a:ext>
            </a:extLst>
          </p:cNvPr>
          <p:cNvSpPr txBox="1"/>
          <p:nvPr/>
        </p:nvSpPr>
        <p:spPr>
          <a:xfrm>
            <a:off x="115503" y="125129"/>
            <a:ext cx="763563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Cross Functional Comparative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AF9D47C-F195-D7C5-25D3-2B604C65E322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9F7B7820-C701-C127-424A-B38AFE2C4B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36455868"/>
              </p:ext>
            </p:extLst>
          </p:nvPr>
        </p:nvGraphicFramePr>
        <p:xfrm>
          <a:off x="414671" y="1386756"/>
          <a:ext cx="11247474" cy="4726967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606782">
                  <a:extLst>
                    <a:ext uri="{9D8B030D-6E8A-4147-A177-3AD203B41FA5}">
                      <a16:colId xmlns:a16="http://schemas.microsoft.com/office/drawing/2014/main" val="889083752"/>
                    </a:ext>
                  </a:extLst>
                </a:gridCol>
                <a:gridCol w="1606782">
                  <a:extLst>
                    <a:ext uri="{9D8B030D-6E8A-4147-A177-3AD203B41FA5}">
                      <a16:colId xmlns:a16="http://schemas.microsoft.com/office/drawing/2014/main" val="3747262480"/>
                    </a:ext>
                  </a:extLst>
                </a:gridCol>
                <a:gridCol w="1606782">
                  <a:extLst>
                    <a:ext uri="{9D8B030D-6E8A-4147-A177-3AD203B41FA5}">
                      <a16:colId xmlns:a16="http://schemas.microsoft.com/office/drawing/2014/main" val="1714366932"/>
                    </a:ext>
                  </a:extLst>
                </a:gridCol>
                <a:gridCol w="1606782">
                  <a:extLst>
                    <a:ext uri="{9D8B030D-6E8A-4147-A177-3AD203B41FA5}">
                      <a16:colId xmlns:a16="http://schemas.microsoft.com/office/drawing/2014/main" val="1992537548"/>
                    </a:ext>
                  </a:extLst>
                </a:gridCol>
                <a:gridCol w="1606782">
                  <a:extLst>
                    <a:ext uri="{9D8B030D-6E8A-4147-A177-3AD203B41FA5}">
                      <a16:colId xmlns:a16="http://schemas.microsoft.com/office/drawing/2014/main" val="2581091385"/>
                    </a:ext>
                  </a:extLst>
                </a:gridCol>
                <a:gridCol w="1606782">
                  <a:extLst>
                    <a:ext uri="{9D8B030D-6E8A-4147-A177-3AD203B41FA5}">
                      <a16:colId xmlns:a16="http://schemas.microsoft.com/office/drawing/2014/main" val="2340834292"/>
                    </a:ext>
                  </a:extLst>
                </a:gridCol>
                <a:gridCol w="1606782">
                  <a:extLst>
                    <a:ext uri="{9D8B030D-6E8A-4147-A177-3AD203B41FA5}">
                      <a16:colId xmlns:a16="http://schemas.microsoft.com/office/drawing/2014/main" val="3576790468"/>
                    </a:ext>
                  </a:extLst>
                </a:gridCol>
              </a:tblGrid>
              <a:tr h="6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Customer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Shopkeeper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Sales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Self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Sub Admin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Admin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505756"/>
                  </a:ext>
                </a:extLst>
              </a:tr>
              <a:tr h="6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dirty="0"/>
                        <a:t>Profile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Assist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Referral only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Moderate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59458842"/>
                  </a:ext>
                </a:extLst>
              </a:tr>
              <a:tr h="6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Campaign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Approve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Override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507376"/>
                  </a:ext>
                </a:extLst>
              </a:tr>
              <a:tr h="6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Pricing Logic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11315797"/>
                  </a:ext>
                </a:extLst>
              </a:tr>
              <a:tr h="6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Coupon Creation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Apply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Issue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Monitor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Create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538882"/>
                  </a:ext>
                </a:extLst>
              </a:tr>
              <a:tr h="6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Revenue View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Own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Regional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Global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97254616"/>
                  </a:ext>
                </a:extLst>
              </a:tr>
              <a:tr h="6752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/>
                        <a:t>System Governance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/>
                        <a:t>Partial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600" dirty="0"/>
                        <a:t>Full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34804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141449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811120-68CB-6A13-6EED-F953413C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4F222A27-0312-7572-9EB2-0116781F5E19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C75D2E-983D-D2F5-05EC-3D08BF78099D}"/>
              </a:ext>
            </a:extLst>
          </p:cNvPr>
          <p:cNvSpPr txBox="1"/>
          <p:nvPr/>
        </p:nvSpPr>
        <p:spPr>
          <a:xfrm>
            <a:off x="4269525" y="2728251"/>
            <a:ext cx="3493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Customer Flow</a:t>
            </a:r>
            <a:endParaRPr kumimoji="0" lang="en-IN" sz="36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15006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83971-C0AD-7ABA-E863-564C6432A8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DFEAFFB-6FD3-980B-82D5-18DA7C6128B0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Flow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D29F2D5-7C25-69DE-77BD-B6D14D9F51F1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BE040363-DF31-5B48-21C4-7C9F9892B6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124" y="1021095"/>
            <a:ext cx="11700001" cy="53797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613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45E7D-2DDB-E65E-948E-868BE79D5A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DC00FC8-7A91-3572-F55F-0E5147750683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Opening Screen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9D3FA1-9EC4-52DB-1404-CDDB5CFC3584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3" name="Group 2">
            <a:extLst>
              <a:ext uri="{FF2B5EF4-FFF2-40B4-BE49-F238E27FC236}">
                <a16:creationId xmlns:a16="http://schemas.microsoft.com/office/drawing/2014/main" id="{2B15DFE6-53B9-E4BD-4CCB-D1ACAD0EDE95}"/>
              </a:ext>
            </a:extLst>
          </p:cNvPr>
          <p:cNvGrpSpPr/>
          <p:nvPr/>
        </p:nvGrpSpPr>
        <p:grpSpPr>
          <a:xfrm>
            <a:off x="3910669" y="1261872"/>
            <a:ext cx="3613473" cy="4901183"/>
            <a:chOff x="3910669" y="1261872"/>
            <a:chExt cx="3613473" cy="4901183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49D8B3C9-424F-B732-39E3-57864ED93DC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0669" y="1261872"/>
              <a:ext cx="3613473" cy="4901183"/>
            </a:xfrm>
            <a:prstGeom prst="rect">
              <a:avLst/>
            </a:prstGeom>
          </p:spPr>
        </p:pic>
        <p:sp>
          <p:nvSpPr>
            <p:cNvPr id="2" name="TextBox 1">
              <a:extLst>
                <a:ext uri="{FF2B5EF4-FFF2-40B4-BE49-F238E27FC236}">
                  <a16:creationId xmlns:a16="http://schemas.microsoft.com/office/drawing/2014/main" id="{185AF03C-26F0-EB6D-EC8D-19E14B09FC06}"/>
                </a:ext>
              </a:extLst>
            </p:cNvPr>
            <p:cNvSpPr txBox="1"/>
            <p:nvPr/>
          </p:nvSpPr>
          <p:spPr>
            <a:xfrm>
              <a:off x="4800600" y="2020824"/>
              <a:ext cx="1929384" cy="369332"/>
            </a:xfrm>
            <a:prstGeom prst="rect">
              <a:avLst/>
            </a:prstGeom>
            <a:solidFill>
              <a:schemeClr val="tx1"/>
            </a:solidFill>
          </p:spPr>
          <p:txBody>
            <a:bodyPr wrap="square" rtlCol="0">
              <a:spAutoFit/>
            </a:bodyPr>
            <a:lstStyle/>
            <a:p>
              <a:pPr lvl="0" algn="ctr">
                <a:defRPr/>
              </a:pPr>
              <a:r>
                <a:rPr lang="en-GB" b="1" dirty="0" err="1">
                  <a:solidFill>
                    <a:srgbClr val="BDAA73"/>
                  </a:solidFill>
                </a:rPr>
                <a:t>MyOffer</a:t>
              </a:r>
              <a:endParaRPr lang="en-IN" b="1" dirty="0">
                <a:solidFill>
                  <a:srgbClr val="BDAA73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016653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0805A-6464-5D56-3BCB-B4BDDC6E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7AF63E3-98F5-82B7-AFD6-4748A82E0755}"/>
              </a:ext>
            </a:extLst>
          </p:cNvPr>
          <p:cNvSpPr txBox="1"/>
          <p:nvPr/>
        </p:nvSpPr>
        <p:spPr>
          <a:xfrm>
            <a:off x="115503" y="125129"/>
            <a:ext cx="706253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Customers Opening Screen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4D51BD2-E364-A588-843E-AE9884863988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8" name="Group 7">
            <a:extLst>
              <a:ext uri="{FF2B5EF4-FFF2-40B4-BE49-F238E27FC236}">
                <a16:creationId xmlns:a16="http://schemas.microsoft.com/office/drawing/2014/main" id="{BC78BC08-2CA5-F68F-9D72-00D4A5A7C06D}"/>
              </a:ext>
            </a:extLst>
          </p:cNvPr>
          <p:cNvGrpSpPr/>
          <p:nvPr/>
        </p:nvGrpSpPr>
        <p:grpSpPr>
          <a:xfrm>
            <a:off x="3672111" y="1337915"/>
            <a:ext cx="4309091" cy="5019571"/>
            <a:chOff x="3672111" y="1337915"/>
            <a:chExt cx="4309091" cy="5019571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A81DEAB-3474-2574-CF52-72CA7E14EF7F}"/>
                </a:ext>
              </a:extLst>
            </p:cNvPr>
            <p:cNvGrpSpPr/>
            <p:nvPr/>
          </p:nvGrpSpPr>
          <p:grpSpPr>
            <a:xfrm>
              <a:off x="3672111" y="1337915"/>
              <a:ext cx="4309091" cy="5019571"/>
              <a:chOff x="3672111" y="1337915"/>
              <a:chExt cx="4309091" cy="5019571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B88A2316-8D74-5DEA-E6A5-46F97D2EF3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672111" y="1337915"/>
                <a:ext cx="4309091" cy="5019571"/>
              </a:xfrm>
              <a:prstGeom prst="rect">
                <a:avLst/>
              </a:prstGeom>
            </p:spPr>
          </p:pic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97434F29-CD9C-A2CB-96A1-C55AB13F1B5F}"/>
                  </a:ext>
                </a:extLst>
              </p:cNvPr>
              <p:cNvSpPr txBox="1"/>
              <p:nvPr/>
            </p:nvSpPr>
            <p:spPr>
              <a:xfrm>
                <a:off x="6153750" y="4389119"/>
                <a:ext cx="396000" cy="180000"/>
              </a:xfrm>
              <a:prstGeom prst="rect">
                <a:avLst/>
              </a:prstGeom>
              <a:solidFill>
                <a:schemeClr val="tx1">
                  <a:lumMod val="95000"/>
                  <a:lumOff val="5000"/>
                </a:schemeClr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9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white">
                        <a:lumMod val="50000"/>
                      </a:prst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OTP</a:t>
                </a:r>
                <a:endParaRPr kumimoji="0" lang="en-IN" sz="900" b="1" i="1" u="none" strike="noStrike" kern="1200" cap="none" spc="0" normalizeH="0" baseline="0" noProof="0" dirty="0">
                  <a:ln>
                    <a:noFill/>
                  </a:ln>
                  <a:solidFill>
                    <a:prstClr val="white">
                      <a:lumMod val="50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869FD32-8334-DC02-BF29-6320C0170507}"/>
                  </a:ext>
                </a:extLst>
              </p:cNvPr>
              <p:cNvSpPr txBox="1"/>
              <p:nvPr/>
            </p:nvSpPr>
            <p:spPr>
              <a:xfrm>
                <a:off x="4883750" y="4751069"/>
                <a:ext cx="1199550" cy="200055"/>
              </a:xfrm>
              <a:prstGeom prst="rect">
                <a:avLst/>
              </a:prstGeom>
              <a:solidFill>
                <a:srgbClr val="1C1515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7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Enter OTP</a:t>
                </a:r>
                <a:endParaRPr kumimoji="0" lang="en-IN" sz="7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F4009FCE-98FA-1003-3995-DA6F333703E0}"/>
                  </a:ext>
                </a:extLst>
              </p:cNvPr>
              <p:cNvSpPr txBox="1"/>
              <p:nvPr/>
            </p:nvSpPr>
            <p:spPr>
              <a:xfrm>
                <a:off x="4874157" y="4389119"/>
                <a:ext cx="1199550" cy="200055"/>
              </a:xfrm>
              <a:prstGeom prst="rect">
                <a:avLst/>
              </a:prstGeom>
              <a:solidFill>
                <a:srgbClr val="1C1515"/>
              </a:solidFill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700" b="1" i="1" u="none" strike="noStrike" kern="1200" cap="none" spc="0" normalizeH="0" baseline="0" noProof="0" dirty="0">
                    <a:ln>
                      <a:noFill/>
                    </a:ln>
                    <a:solidFill>
                      <a:prstClr val="black">
                        <a:lumMod val="65000"/>
                        <a:lumOff val="35000"/>
                      </a:prst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Enter Mobile Number</a:t>
                </a:r>
                <a:endParaRPr kumimoji="0" lang="en-IN" sz="700" b="1" i="1" u="none" strike="noStrike" kern="1200" cap="none" spc="0" normalizeH="0" baseline="0" noProof="0" dirty="0">
                  <a:ln>
                    <a:noFill/>
                  </a:ln>
                  <a:solidFill>
                    <a:prstClr val="black">
                      <a:lumMod val="65000"/>
                      <a:lumOff val="35000"/>
                    </a:prst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Rectangle: Rounded Corners 11">
                <a:extLst>
                  <a:ext uri="{FF2B5EF4-FFF2-40B4-BE49-F238E27FC236}">
                    <a16:creationId xmlns:a16="http://schemas.microsoft.com/office/drawing/2014/main" id="{0CE71A6C-BDAE-37A1-BF7B-7C8372A9EFE8}"/>
                  </a:ext>
                </a:extLst>
              </p:cNvPr>
              <p:cNvSpPr/>
              <p:nvPr/>
            </p:nvSpPr>
            <p:spPr>
              <a:xfrm>
                <a:off x="4946650" y="5511800"/>
                <a:ext cx="1428750" cy="342900"/>
              </a:xfrm>
              <a:prstGeom prst="roundRect">
                <a:avLst/>
              </a:prstGeom>
              <a:solidFill>
                <a:srgbClr val="07050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IN" sz="1800" b="0" i="0" u="none" strike="noStrike" kern="1200" cap="none" spc="0" normalizeH="0" baseline="0" noProof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15EA64E7-BCFD-6109-038E-009714EAF46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613129" y="2391964"/>
              <a:ext cx="2095792" cy="314369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755C8DFB-985F-3376-D7CB-4971DC02760A}"/>
              </a:ext>
            </a:extLst>
          </p:cNvPr>
          <p:cNvSpPr txBox="1"/>
          <p:nvPr/>
        </p:nvSpPr>
        <p:spPr>
          <a:xfrm>
            <a:off x="4754880" y="2066544"/>
            <a:ext cx="192938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 err="1">
                <a:solidFill>
                  <a:srgbClr val="BDAA73"/>
                </a:solidFill>
              </a:rPr>
              <a:t>MyOffer</a:t>
            </a:r>
            <a:endParaRPr lang="en-IN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2629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45AD9-96B8-10D7-E7E6-BE0C4A89CF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65DD8A8-FEAD-1EAB-D3A2-537AF14A3311}"/>
              </a:ext>
            </a:extLst>
          </p:cNvPr>
          <p:cNvSpPr txBox="1"/>
          <p:nvPr/>
        </p:nvSpPr>
        <p:spPr>
          <a:xfrm>
            <a:off x="115503" y="125129"/>
            <a:ext cx="5601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Registration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80733A7-F2F0-113F-735B-F726A3E38247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18" name="Group 17">
            <a:extLst>
              <a:ext uri="{FF2B5EF4-FFF2-40B4-BE49-F238E27FC236}">
                <a16:creationId xmlns:a16="http://schemas.microsoft.com/office/drawing/2014/main" id="{AA8E664F-3552-2CF4-1FE4-2EA5156EAFA6}"/>
              </a:ext>
            </a:extLst>
          </p:cNvPr>
          <p:cNvGrpSpPr/>
          <p:nvPr/>
        </p:nvGrpSpPr>
        <p:grpSpPr>
          <a:xfrm>
            <a:off x="3700651" y="1185335"/>
            <a:ext cx="4012481" cy="5239828"/>
            <a:chOff x="3700651" y="1185335"/>
            <a:chExt cx="4012481" cy="5239828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A7FB557A-0B0A-DC57-6283-0F1482A58BE7}"/>
                </a:ext>
              </a:extLst>
            </p:cNvPr>
            <p:cNvGrpSpPr/>
            <p:nvPr/>
          </p:nvGrpSpPr>
          <p:grpSpPr>
            <a:xfrm>
              <a:off x="3700651" y="1185335"/>
              <a:ext cx="4012481" cy="5239828"/>
              <a:chOff x="3700651" y="1185335"/>
              <a:chExt cx="4012481" cy="5239828"/>
            </a:xfrm>
          </p:grpSpPr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AD6F847E-76BE-2EFE-E098-9128921F68C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00651" y="1185335"/>
                <a:ext cx="4012481" cy="5239828"/>
              </a:xfrm>
              <a:prstGeom prst="rect">
                <a:avLst/>
              </a:prstGeom>
            </p:spPr>
          </p:pic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3E8C84E4-BAAB-8C37-7B51-445FECB8EFE3}"/>
                  </a:ext>
                </a:extLst>
              </p:cNvPr>
              <p:cNvSpPr txBox="1"/>
              <p:nvPr/>
            </p:nvSpPr>
            <p:spPr>
              <a:xfrm>
                <a:off x="4538132" y="5198535"/>
                <a:ext cx="1693333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Student/Service/Business</a:t>
                </a:r>
                <a:endPara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8E7EA5F5-FE04-5E29-617D-30E6515F091E}"/>
                  </a:ext>
                </a:extLst>
              </p:cNvPr>
              <p:cNvSpPr txBox="1"/>
              <p:nvPr/>
            </p:nvSpPr>
            <p:spPr>
              <a:xfrm>
                <a:off x="4538132" y="4572663"/>
                <a:ext cx="1693333" cy="215444"/>
              </a:xfrm>
              <a:prstGeom prst="rect">
                <a:avLst/>
              </a:prstGeom>
              <a:solidFill>
                <a:srgbClr val="1A100D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Pin code</a:t>
                </a:r>
                <a:endPara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698E6F54-AB91-E6E6-45C8-D1D0851CC658}"/>
                  </a:ext>
                </a:extLst>
              </p:cNvPr>
              <p:cNvSpPr txBox="1"/>
              <p:nvPr/>
            </p:nvSpPr>
            <p:spPr>
              <a:xfrm>
                <a:off x="4588931" y="4557107"/>
                <a:ext cx="1693333" cy="215444"/>
              </a:xfrm>
              <a:prstGeom prst="rect">
                <a:avLst/>
              </a:prstGeom>
              <a:solidFill>
                <a:srgbClr val="1C110D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Address</a:t>
                </a:r>
                <a:endPara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D91DDCB7-4764-8CD5-A531-F9A4A6F83233}"/>
                  </a:ext>
                </a:extLst>
              </p:cNvPr>
              <p:cNvSpPr txBox="1"/>
              <p:nvPr/>
            </p:nvSpPr>
            <p:spPr>
              <a:xfrm>
                <a:off x="4580464" y="4244171"/>
                <a:ext cx="736604" cy="215444"/>
              </a:xfrm>
              <a:prstGeom prst="rect">
                <a:avLst/>
              </a:prstGeom>
              <a:solidFill>
                <a:srgbClr val="1A1613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Pin code</a:t>
                </a:r>
                <a:endPara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B4CB84A-A17C-52C3-8299-03C9C02F3674}"/>
                  </a:ext>
                </a:extLst>
              </p:cNvPr>
              <p:cNvSpPr txBox="1"/>
              <p:nvPr/>
            </p:nvSpPr>
            <p:spPr>
              <a:xfrm>
                <a:off x="5638796" y="4232988"/>
                <a:ext cx="736604" cy="215444"/>
              </a:xfrm>
              <a:prstGeom prst="rect">
                <a:avLst/>
              </a:prstGeom>
              <a:solidFill>
                <a:srgbClr val="1A1613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City</a:t>
                </a:r>
                <a:endPara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B740734-6DF3-D19E-4E58-3F649F75A08F}"/>
                  </a:ext>
                </a:extLst>
              </p:cNvPr>
              <p:cNvSpPr txBox="1"/>
              <p:nvPr/>
            </p:nvSpPr>
            <p:spPr>
              <a:xfrm>
                <a:off x="4588931" y="4877821"/>
                <a:ext cx="1693333" cy="215444"/>
              </a:xfrm>
              <a:prstGeom prst="rect">
                <a:avLst/>
              </a:prstGeom>
              <a:solidFill>
                <a:srgbClr val="292929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GB" sz="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E8E8E8">
                        <a:lumMod val="50000"/>
                      </a:srgbClr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Your Age</a:t>
                </a:r>
                <a:endParaRPr kumimoji="0" lang="en-IN" sz="800" b="0" i="0" u="none" strike="noStrike" kern="1200" cap="none" spc="0" normalizeH="0" baseline="0" noProof="0" dirty="0">
                  <a:ln>
                    <a:noFill/>
                  </a:ln>
                  <a:solidFill>
                    <a:srgbClr val="E8E8E8">
                      <a:lumMod val="50000"/>
                    </a:srgbClr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</p:grpSp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7B2F5647-4754-1A25-6016-5511061B7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38132" y="2372996"/>
              <a:ext cx="2095792" cy="314369"/>
            </a:xfrm>
            <a:prstGeom prst="rect">
              <a:avLst/>
            </a:prstGeom>
          </p:spPr>
        </p:pic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A8255BA4-223F-8073-A6C8-29BAE15A84EE}"/>
              </a:ext>
            </a:extLst>
          </p:cNvPr>
          <p:cNvSpPr txBox="1"/>
          <p:nvPr/>
        </p:nvSpPr>
        <p:spPr>
          <a:xfrm>
            <a:off x="4654296" y="2039112"/>
            <a:ext cx="1929384" cy="369332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 algn="ctr">
              <a:defRPr/>
            </a:pPr>
            <a:r>
              <a:rPr lang="en-GB" b="1" dirty="0" err="1">
                <a:solidFill>
                  <a:srgbClr val="BDAA73"/>
                </a:solidFill>
              </a:rPr>
              <a:t>MyOffer</a:t>
            </a:r>
            <a:endParaRPr lang="en-IN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411775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D14D10-BEFE-6D8E-E40B-8301AD9985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BEA9932-BA2E-A9BE-974D-29C2E972A120}"/>
              </a:ext>
            </a:extLst>
          </p:cNvPr>
          <p:cNvSpPr txBox="1"/>
          <p:nvPr/>
        </p:nvSpPr>
        <p:spPr>
          <a:xfrm>
            <a:off x="115503" y="125129"/>
            <a:ext cx="70259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Offer Dashboard</a:t>
            </a:r>
            <a:endParaRPr kumimoji="0" lang="en-IN" sz="36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415D9C5-B55C-DA43-5A86-C61418A0EF8B}"/>
              </a:ext>
            </a:extLst>
          </p:cNvPr>
          <p:cNvCxnSpPr/>
          <p:nvPr/>
        </p:nvCxnSpPr>
        <p:spPr>
          <a:xfrm>
            <a:off x="217125" y="819582"/>
            <a:ext cx="11700000" cy="0"/>
          </a:xfrm>
          <a:prstGeom prst="line">
            <a:avLst/>
          </a:prstGeom>
          <a:ln w="57150">
            <a:solidFill>
              <a:schemeClr val="tx2">
                <a:lumMod val="10000"/>
                <a:lumOff val="9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74B86887-D556-A3DF-4E41-777FF35BA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264" y="1568918"/>
            <a:ext cx="5588106" cy="423992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BD41046-04EA-FC34-AD78-7D0B16D2B0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8875" y="1568917"/>
            <a:ext cx="5562737" cy="4239921"/>
          </a:xfrm>
          <a:prstGeom prst="rect">
            <a:avLst/>
          </a:prstGeom>
        </p:spPr>
      </p:pic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819CBAE9-968C-ACC2-95CC-7F3080B53CC2}"/>
              </a:ext>
            </a:extLst>
          </p:cNvPr>
          <p:cNvCxnSpPr>
            <a:cxnSpLocks/>
          </p:cNvCxnSpPr>
          <p:nvPr/>
        </p:nvCxnSpPr>
        <p:spPr>
          <a:xfrm>
            <a:off x="8913707" y="3975100"/>
            <a:ext cx="10371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>
            <a:extLst>
              <a:ext uri="{FF2B5EF4-FFF2-40B4-BE49-F238E27FC236}">
                <a16:creationId xmlns:a16="http://schemas.microsoft.com/office/drawing/2014/main" id="{ABC73180-37BE-CB49-5F40-014DA325C0DF}"/>
              </a:ext>
            </a:extLst>
          </p:cNvPr>
          <p:cNvSpPr txBox="1"/>
          <p:nvPr/>
        </p:nvSpPr>
        <p:spPr>
          <a:xfrm>
            <a:off x="9910603" y="3729112"/>
            <a:ext cx="1565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can like a product</a:t>
            </a:r>
            <a:endParaRPr kumimoji="0" lang="en-IN" sz="11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56BFED2D-A24D-B53B-5C86-3FB566751D7A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319" b="89606" l="5039" r="89535">
                        <a14:foregroundMark x1="10465" y1="38710" x2="5814" y2="55197"/>
                        <a14:foregroundMark x1="5039" y1="43369" x2="5039" y2="43369"/>
                        <a14:foregroundMark x1="53488" y1="16129" x2="45349" y2="24731"/>
                        <a14:foregroundMark x1="45349" y1="24731" x2="44961" y2="24731"/>
                        <a14:foregroundMark x1="56202" y1="30824" x2="61628" y2="30466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8649075" y="4891422"/>
            <a:ext cx="233032" cy="252000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9D3AA08E-936B-6D0E-11EA-AE9A6E4227CB}"/>
              </a:ext>
            </a:extLst>
          </p:cNvPr>
          <p:cNvSpPr txBox="1"/>
          <p:nvPr/>
        </p:nvSpPr>
        <p:spPr>
          <a:xfrm>
            <a:off x="9910603" y="4820440"/>
            <a:ext cx="1565117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can request call back</a:t>
            </a:r>
            <a:endParaRPr kumimoji="0" lang="en-IN" sz="11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FF5512B-2480-8FA1-30F4-3210E0AB837B}"/>
              </a:ext>
            </a:extLst>
          </p:cNvPr>
          <p:cNvCxnSpPr>
            <a:cxnSpLocks/>
          </p:cNvCxnSpPr>
          <p:nvPr/>
        </p:nvCxnSpPr>
        <p:spPr>
          <a:xfrm>
            <a:off x="8934471" y="5035884"/>
            <a:ext cx="10371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" name="Picture 2" descr="Negotiation vector icon 21710445 Vector Art at Vecteezy">
            <a:extLst>
              <a:ext uri="{FF2B5EF4-FFF2-40B4-BE49-F238E27FC236}">
                <a16:creationId xmlns:a16="http://schemas.microsoft.com/office/drawing/2014/main" id="{B7B61AB8-E23E-A402-C8EF-0F082C7BFA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duotone>
              <a:prstClr val="black"/>
              <a:srgbClr val="D9C3A5">
                <a:tint val="50000"/>
                <a:satMod val="18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9388" r="90714">
                        <a14:foregroundMark x1="37245" y1="11837" x2="51122" y2="11531"/>
                        <a14:foregroundMark x1="39286" y1="20102" x2="39286" y2="20102"/>
                        <a14:foregroundMark x1="48673" y1="20102" x2="48673" y2="20102"/>
                        <a14:foregroundMark x1="60102" y1="19592" x2="60102" y2="19592"/>
                        <a14:foregroundMark x1="50000" y1="24184" x2="50000" y2="24184"/>
                        <a14:foregroundMark x1="9388" y1="61837" x2="9388" y2="61837"/>
                        <a14:foregroundMark x1="14694" y1="63367" x2="14694" y2="63367"/>
                        <a14:foregroundMark x1="81122" y1="48163" x2="81122" y2="48163"/>
                        <a14:foregroundMark x1="90714" y1="62143" x2="90714" y2="6214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615036" y="4365985"/>
            <a:ext cx="288000" cy="28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4C32E3D5-5F37-0395-F83A-380CDD88C402}"/>
              </a:ext>
            </a:extLst>
          </p:cNvPr>
          <p:cNvCxnSpPr>
            <a:cxnSpLocks/>
          </p:cNvCxnSpPr>
          <p:nvPr/>
        </p:nvCxnSpPr>
        <p:spPr>
          <a:xfrm>
            <a:off x="8934471" y="4505994"/>
            <a:ext cx="1037166" cy="0"/>
          </a:xfrm>
          <a:prstGeom prst="line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05AB4863-1B53-EE68-D024-49427E273D8C}"/>
              </a:ext>
            </a:extLst>
          </p:cNvPr>
          <p:cNvSpPr txBox="1"/>
          <p:nvPr/>
        </p:nvSpPr>
        <p:spPr>
          <a:xfrm>
            <a:off x="9933761" y="4270972"/>
            <a:ext cx="166083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Customer can negotiate offer</a:t>
            </a:r>
            <a:endParaRPr kumimoji="0" lang="en-IN" sz="11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A0E1358-D138-CF54-223F-4871941C5964}"/>
              </a:ext>
            </a:extLst>
          </p:cNvPr>
          <p:cNvSpPr txBox="1"/>
          <p:nvPr/>
        </p:nvSpPr>
        <p:spPr>
          <a:xfrm>
            <a:off x="594360" y="1636776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4A08184-F164-F0FE-12CE-E5004A31C5AF}"/>
              </a:ext>
            </a:extLst>
          </p:cNvPr>
          <p:cNvSpPr txBox="1"/>
          <p:nvPr/>
        </p:nvSpPr>
        <p:spPr>
          <a:xfrm>
            <a:off x="6278875" y="1568917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6692669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6BB12-97C3-CB81-FE79-B443FFDE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017BFF5-4A04-D301-9C38-EBCD4FD85CEE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B9DD57D-3CD8-209A-A95B-47E312568F07}"/>
              </a:ext>
            </a:extLst>
          </p:cNvPr>
          <p:cNvSpPr txBox="1"/>
          <p:nvPr/>
        </p:nvSpPr>
        <p:spPr>
          <a:xfrm>
            <a:off x="3894620" y="2728251"/>
            <a:ext cx="416124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Shopkeeper Flow</a:t>
            </a:r>
            <a:endParaRPr kumimoji="0" lang="en-IN" sz="36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7344156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0DD607-0656-88E3-7129-D4254BA4A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65A28A-A638-E833-2282-049D35AF57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898" y="0"/>
            <a:ext cx="894420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33849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51157D-9F4C-2A34-5549-EBDCAAA1F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843742E-997B-49D6-A320-67AD024279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1263" y="0"/>
            <a:ext cx="928947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C4F8B8C1-7595-11FD-5800-B36F957F4FD2}"/>
              </a:ext>
            </a:extLst>
          </p:cNvPr>
          <p:cNvSpPr txBox="1"/>
          <p:nvPr/>
        </p:nvSpPr>
        <p:spPr>
          <a:xfrm>
            <a:off x="1451263" y="78445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49907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665EBB-49D5-CE8E-1114-31A24A579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B7915E-D01B-66E9-2DD1-54ECCCAB9C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4159" y="0"/>
            <a:ext cx="952368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80B596A-9AB3-09EB-455F-CC1D052EE303}"/>
              </a:ext>
            </a:extLst>
          </p:cNvPr>
          <p:cNvSpPr txBox="1"/>
          <p:nvPr/>
        </p:nvSpPr>
        <p:spPr>
          <a:xfrm>
            <a:off x="1395979" y="18288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885760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22D15-93F3-A03E-208D-2311AF23B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F9D913-3D6F-A2EA-8318-784694B1F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7227" y="0"/>
            <a:ext cx="9277546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0C2D2FE-661B-2EDC-B69E-83889EB9B7F8}"/>
              </a:ext>
            </a:extLst>
          </p:cNvPr>
          <p:cNvSpPr txBox="1"/>
          <p:nvPr/>
        </p:nvSpPr>
        <p:spPr>
          <a:xfrm>
            <a:off x="1457227" y="0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107747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3C70AD-D3B1-9261-2B99-F8C8B822F3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2A4A74-A129-7289-E580-69C5BCA93D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9516" y="0"/>
            <a:ext cx="9192968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2CFAC45-87CA-EF3F-137E-D1C0DCE984C9}"/>
              </a:ext>
            </a:extLst>
          </p:cNvPr>
          <p:cNvSpPr txBox="1"/>
          <p:nvPr/>
        </p:nvSpPr>
        <p:spPr>
          <a:xfrm>
            <a:off x="1499516" y="69301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480981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FAB193-A325-172D-A6E5-D5D18A675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D56D62-565A-AC0B-F4E5-B27D760943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2620" y="0"/>
            <a:ext cx="9526760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F97038-E81E-5F50-7258-4166874FCC1A}"/>
              </a:ext>
            </a:extLst>
          </p:cNvPr>
          <p:cNvSpPr txBox="1"/>
          <p:nvPr/>
        </p:nvSpPr>
        <p:spPr>
          <a:xfrm>
            <a:off x="1341764" y="60157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286960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F4B63-0FC7-3336-FA35-CF217AA76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9CA63A-B0BD-AD6F-F24A-89EFFD9FE8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6343" y="0"/>
            <a:ext cx="9519313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F3B3EA-1902-1428-9C86-15E3878D8B35}"/>
              </a:ext>
            </a:extLst>
          </p:cNvPr>
          <p:cNvSpPr txBox="1"/>
          <p:nvPr/>
        </p:nvSpPr>
        <p:spPr>
          <a:xfrm>
            <a:off x="1336343" y="0"/>
            <a:ext cx="1929384" cy="338554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GB" sz="1600" b="1" dirty="0" err="1">
                <a:solidFill>
                  <a:srgbClr val="BDAA73"/>
                </a:solidFill>
              </a:rPr>
              <a:t>MyOffer</a:t>
            </a:r>
            <a:endParaRPr lang="en-IN" sz="1600" b="1" dirty="0">
              <a:solidFill>
                <a:srgbClr val="BDAA7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13793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C84268-51D5-F723-48A4-4044F48B4E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2588911-FD5E-C422-CAAF-C49D3667584F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22C6AC-ABC7-9DD9-195D-C62D1771A185}"/>
              </a:ext>
            </a:extLst>
          </p:cNvPr>
          <p:cNvSpPr txBox="1"/>
          <p:nvPr/>
        </p:nvSpPr>
        <p:spPr>
          <a:xfrm>
            <a:off x="4269525" y="2728251"/>
            <a:ext cx="34934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3600" b="1" i="1" dirty="0">
                <a:solidFill>
                  <a:srgbClr val="E8E8E8">
                    <a:lumMod val="50000"/>
                  </a:srgbClr>
                </a:solidFill>
                <a:latin typeface="Aptos" panose="02110004020202020204"/>
              </a:rPr>
              <a:t>Sales Strategy</a:t>
            </a:r>
            <a:endParaRPr kumimoji="0" lang="en-IN" sz="36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155861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1512C68-A1C2-A528-8DE9-DC9AD8D39C5F}"/>
              </a:ext>
            </a:extLst>
          </p:cNvPr>
          <p:cNvSpPr txBox="1"/>
          <p:nvPr/>
        </p:nvSpPr>
        <p:spPr>
          <a:xfrm>
            <a:off x="292608" y="274320"/>
            <a:ext cx="5056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Sales Strategy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B73D1B1-EA4E-08A8-2B2E-09DF34AEACCF}"/>
              </a:ext>
            </a:extLst>
          </p:cNvPr>
          <p:cNvSpPr txBox="1"/>
          <p:nvPr/>
        </p:nvSpPr>
        <p:spPr>
          <a:xfrm>
            <a:off x="600456" y="1085654"/>
            <a:ext cx="10991088" cy="50383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High-density micro-markets (1–2 km clusters) to create visible traction.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For shopkeeper onboarding, deploy a field sales + referral model targeting high-footfall categories (grocery, pharmacy, salons, restaurants), offering a free trial period and assisted onboarding to reduce entry barriers.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Equip sales teams show competitors already listed to create FOMO and offers they have already put in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For customer acquisition, run geo-targeted digital ads, WhatsApp campaigns, and in-store QR displays encouraging shoppers to check live nearby offers.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“Deal of the Day” push notifications to drive repeat usage.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Build a referral loop where customers bring other customers and shopkeepers invite nearby businesses to increase visibility.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Finally, track cluster-wise GMV, active merchants, and offer redemption rate to decide expansion to adjacent localities.</a:t>
            </a:r>
          </a:p>
        </p:txBody>
      </p:sp>
    </p:spTree>
    <p:extLst>
      <p:ext uri="{BB962C8B-B14F-4D97-AF65-F5344CB8AC3E}">
        <p14:creationId xmlns:p14="http://schemas.microsoft.com/office/powerpoint/2010/main" val="36950393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0E4F77-2B88-5E26-7B58-B7C60C43C1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4D798C-E877-6916-2FDE-C1A489BBE248}"/>
              </a:ext>
            </a:extLst>
          </p:cNvPr>
          <p:cNvSpPr txBox="1"/>
          <p:nvPr/>
        </p:nvSpPr>
        <p:spPr>
          <a:xfrm>
            <a:off x="292608" y="274320"/>
            <a:ext cx="5056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Sales Strategy</a:t>
            </a:r>
            <a:endParaRPr lang="en-IN" sz="3200" b="1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493BF6A-3A29-C2D4-0E4B-FFDA5809D213}"/>
              </a:ext>
            </a:extLst>
          </p:cNvPr>
          <p:cNvSpPr txBox="1"/>
          <p:nvPr/>
        </p:nvSpPr>
        <p:spPr>
          <a:xfrm>
            <a:off x="356616" y="1069848"/>
            <a:ext cx="11375136" cy="4622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Collect phone number of all the shop keepers in pin code – sales team job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1 Staff per </a:t>
            </a:r>
            <a:r>
              <a:rPr lang="en-GB" dirty="0" err="1"/>
              <a:t>Pincode</a:t>
            </a:r>
            <a:r>
              <a:rPr lang="en-GB" dirty="0"/>
              <a:t> – 1 staff per mall model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This has to be a proper field activity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Shop Name | Owner Name|  Geo Location | Address  Pin Code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Reach out on phone to book an appointment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Once appointment scheduled; go and pitch the product; and get it downloaded for free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Make them understand – that people near by you have already downloaded… and you will be able to see comparative discount the other store is giving on the app itself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You will get reviews from customers as well on the app; a positive review helps you get more customer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Before customer leaves you can request to give review over the app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A QR to be deployed a the store for the customers who have not downloaded</a:t>
            </a:r>
          </a:p>
        </p:txBody>
      </p:sp>
    </p:spTree>
    <p:extLst>
      <p:ext uri="{BB962C8B-B14F-4D97-AF65-F5344CB8AC3E}">
        <p14:creationId xmlns:p14="http://schemas.microsoft.com/office/powerpoint/2010/main" val="18236348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34D4068-337F-729A-D6D8-98BDC12851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9432" y="193615"/>
            <a:ext cx="7114031" cy="6470770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D63934D-9B3F-2E7C-3F00-57302273BEAE}"/>
              </a:ext>
            </a:extLst>
          </p:cNvPr>
          <p:cNvSpPr txBox="1"/>
          <p:nvPr/>
        </p:nvSpPr>
        <p:spPr>
          <a:xfrm>
            <a:off x="292608" y="274320"/>
            <a:ext cx="5056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Sales Strategy Mermaid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32498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D1502-A5D6-7ED9-252A-19EE789A07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C066AF4-3C60-3A17-129A-37EEBD761150}"/>
              </a:ext>
            </a:extLst>
          </p:cNvPr>
          <p:cNvSpPr txBox="1"/>
          <p:nvPr/>
        </p:nvSpPr>
        <p:spPr>
          <a:xfrm>
            <a:off x="292608" y="274320"/>
            <a:ext cx="5056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Convince Shopkeepers</a:t>
            </a:r>
            <a:endParaRPr lang="en-IN" sz="3200" b="1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1412170-AD29-ED84-88F1-3453A42081AD}"/>
              </a:ext>
            </a:extLst>
          </p:cNvPr>
          <p:cNvSpPr txBox="1"/>
          <p:nvPr/>
        </p:nvSpPr>
        <p:spPr>
          <a:xfrm>
            <a:off x="292608" y="951369"/>
            <a:ext cx="1145743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GB" b="1" dirty="0"/>
              <a:t>🔹 Position It as Risk-Free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“Sir, this is completely </a:t>
            </a:r>
            <a:r>
              <a:rPr lang="en-GB" b="1" dirty="0"/>
              <a:t>free to download</a:t>
            </a:r>
            <a:r>
              <a:rPr lang="en-GB" dirty="0"/>
              <a:t> — no upfront cost.”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“You only benefit if customers walk in — no risk for you.”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Show Competitive Pressure (FOMO Strategy)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“Nearby stores are already visible on the app.”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“Customers can compare discounts — if you're not listed, you lose visibility.”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Hyperlocal Visibility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“People within 1–2 km can instantly see your shop.”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“Instead of waiting for walk-ins, you reach customers searching nearby.”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Reviews = Trust = More Sales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“Customers leave reviews — good ratings bring repeat business.”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“It builds your digital reputation without extra marketing cost.”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Future Proofing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“Today customers check offers on phone before buying.”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“This keeps you competitive with online platforms.”</a:t>
            </a:r>
          </a:p>
        </p:txBody>
      </p:sp>
    </p:spTree>
    <p:extLst>
      <p:ext uri="{BB962C8B-B14F-4D97-AF65-F5344CB8AC3E}">
        <p14:creationId xmlns:p14="http://schemas.microsoft.com/office/powerpoint/2010/main" val="353534772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D21AD1-87FB-4FBB-CCD0-690D728ED6F7}"/>
              </a:ext>
            </a:extLst>
          </p:cNvPr>
          <p:cNvSpPr txBox="1"/>
          <p:nvPr/>
        </p:nvSpPr>
        <p:spPr>
          <a:xfrm>
            <a:off x="166878" y="142715"/>
            <a:ext cx="10970514" cy="63401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/>
              <a:t>To Convince Them to Put Offers on the App</a:t>
            </a:r>
          </a:p>
          <a:p>
            <a:pPr>
              <a:buNone/>
            </a:pPr>
            <a:endParaRPr lang="en-GB" b="1" dirty="0"/>
          </a:p>
          <a:p>
            <a:pPr>
              <a:buNone/>
            </a:pPr>
            <a:endParaRPr lang="en-GB" b="1" dirty="0"/>
          </a:p>
          <a:p>
            <a:pPr lvl="1"/>
            <a:r>
              <a:rPr lang="en-GB" b="1" dirty="0"/>
              <a:t>🔹 Offers = Footfall Driver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“Even a small 5% discount increases footfall.”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“You control what offer you want to run — no pressure.”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Smart Discount Strategy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“You can see competitor discounts on the app.”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“You decide whether to match or beat them.”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Slow-Moving Stock Clearance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“Run offers on slow-moving items.”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“Convert dead inventory into cash.”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Time-Based Offers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“Lunch time offers, weekend offers, festival offers.”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“You decide duration — 1 day, 3 days, 1 week.”</a:t>
            </a:r>
          </a:p>
          <a:p>
            <a:pPr lvl="1">
              <a:buFont typeface="Arial" panose="020B0604020202020204" pitchFamily="34" charset="0"/>
              <a:buChar char="•"/>
            </a:pPr>
            <a:endParaRPr lang="en-GB" dirty="0"/>
          </a:p>
          <a:p>
            <a:pPr lvl="1"/>
            <a:r>
              <a:rPr lang="en-GB" b="1" dirty="0"/>
              <a:t>🔹 Data &amp; Feedback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“You will know how many people viewed your offer.”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dirty="0"/>
              <a:t>“Customer reviews help you improve and grow.”</a:t>
            </a:r>
          </a:p>
        </p:txBody>
      </p:sp>
    </p:spTree>
    <p:extLst>
      <p:ext uri="{BB962C8B-B14F-4D97-AF65-F5344CB8AC3E}">
        <p14:creationId xmlns:p14="http://schemas.microsoft.com/office/powerpoint/2010/main" val="402530885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A330BB-3D57-EF80-50F6-88CB36BC4D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3F04A2-BCBF-85EE-64C3-57CA345DD82B}"/>
              </a:ext>
            </a:extLst>
          </p:cNvPr>
          <p:cNvSpPr txBox="1"/>
          <p:nvPr/>
        </p:nvSpPr>
        <p:spPr>
          <a:xfrm>
            <a:off x="292608" y="274320"/>
            <a:ext cx="50566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Revenue Streams</a:t>
            </a:r>
            <a:endParaRPr lang="en-IN" sz="32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3905DE1-A9F0-34DC-D43D-F4861E090C43}"/>
              </a:ext>
            </a:extLst>
          </p:cNvPr>
          <p:cNvSpPr txBox="1"/>
          <p:nvPr/>
        </p:nvSpPr>
        <p:spPr>
          <a:xfrm>
            <a:off x="1078992" y="1298448"/>
            <a:ext cx="8830552" cy="3791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Shopkeeper Onboarding 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Brands Onboarding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Shopkeeper Banners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GB" dirty="0"/>
              <a:t>Brands Banners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Shopkeeper Campaigns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Brands Campaigns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Cross Sell Product  - NBFC Ties up for WC Loan(Phase2)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Customer Ask If a product is available (Phase3)</a:t>
            </a:r>
          </a:p>
          <a:p>
            <a:pPr marL="342900" indent="-342900">
              <a:lnSpc>
                <a:spcPct val="150000"/>
              </a:lnSpc>
              <a:buAutoNum type="arabicPeriod"/>
            </a:pPr>
            <a:r>
              <a:rPr lang="en-IN" dirty="0"/>
              <a:t>Sell my product (As a customer) – Customer to Customer Connection</a:t>
            </a:r>
          </a:p>
        </p:txBody>
      </p:sp>
    </p:spTree>
    <p:extLst>
      <p:ext uri="{BB962C8B-B14F-4D97-AF65-F5344CB8AC3E}">
        <p14:creationId xmlns:p14="http://schemas.microsoft.com/office/powerpoint/2010/main" val="258848495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28E39FDB-D9B5-3BCD-00FA-0BEA78B222D2}"/>
              </a:ext>
            </a:extLst>
          </p:cNvPr>
          <p:cNvSpPr txBox="1"/>
          <p:nvPr/>
        </p:nvSpPr>
        <p:spPr>
          <a:xfrm>
            <a:off x="121920" y="96747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1️⃣ Shopkeeper Banner Packages (Visibility Model)</a:t>
            </a:r>
            <a:endParaRPr lang="en-IN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B7D590BE-A292-5EE4-3643-BF3C325BF3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15819175"/>
              </p:ext>
            </p:extLst>
          </p:nvPr>
        </p:nvGraphicFramePr>
        <p:xfrm>
          <a:off x="417576" y="1645715"/>
          <a:ext cx="3084576" cy="1673039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028192">
                  <a:extLst>
                    <a:ext uri="{9D8B030D-6E8A-4147-A177-3AD203B41FA5}">
                      <a16:colId xmlns:a16="http://schemas.microsoft.com/office/drawing/2014/main" val="1235745972"/>
                    </a:ext>
                  </a:extLst>
                </a:gridCol>
                <a:gridCol w="1028192">
                  <a:extLst>
                    <a:ext uri="{9D8B030D-6E8A-4147-A177-3AD203B41FA5}">
                      <a16:colId xmlns:a16="http://schemas.microsoft.com/office/drawing/2014/main" val="2396172349"/>
                    </a:ext>
                  </a:extLst>
                </a:gridCol>
                <a:gridCol w="1028192">
                  <a:extLst>
                    <a:ext uri="{9D8B030D-6E8A-4147-A177-3AD203B41FA5}">
                      <a16:colId xmlns:a16="http://schemas.microsoft.com/office/drawing/2014/main" val="3404459963"/>
                    </a:ext>
                  </a:extLst>
                </a:gridCol>
              </a:tblGrid>
              <a:tr h="312860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b="1" dirty="0"/>
                        <a:t>Shops</a:t>
                      </a:r>
                      <a:endParaRPr lang="en-IN" sz="1200" b="1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0506405"/>
                  </a:ext>
                </a:extLst>
              </a:tr>
              <a:tr h="353554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Effective Cost Per 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349279"/>
                  </a:ext>
                </a:extLst>
              </a:tr>
              <a:tr h="300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1 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₹100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₹100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898698"/>
                  </a:ext>
                </a:extLst>
              </a:tr>
              <a:tr h="300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₹500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₹70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414842"/>
                  </a:ext>
                </a:extLst>
              </a:tr>
              <a:tr h="30099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₹900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₹30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737225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D19BEA75-C2E4-B2B8-A804-4E4E5A40B462}"/>
              </a:ext>
            </a:extLst>
          </p:cNvPr>
          <p:cNvSpPr txBox="1"/>
          <p:nvPr/>
        </p:nvSpPr>
        <p:spPr>
          <a:xfrm>
            <a:off x="7719822" y="1554480"/>
            <a:ext cx="4295394" cy="46228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Key Selling Points to Shopkeeper: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Unlimited banner edits during package duration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Add/remove offers anytime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No limit on number of banners during active period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Cheapest hyperlocal advertising in the area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Less than cost of printing physical flex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Dashboard onto how many customers viewed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E68268-CC34-BA59-2B55-5479229A109D}"/>
              </a:ext>
            </a:extLst>
          </p:cNvPr>
          <p:cNvSpPr txBox="1"/>
          <p:nvPr/>
        </p:nvSpPr>
        <p:spPr>
          <a:xfrm>
            <a:off x="111252" y="4074652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/>
              <a:t>2️⃣ Shopkeeper Targeted Campaigns (Performance Model)</a:t>
            </a:r>
            <a:endParaRPr lang="en-IN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29CF42D8-E17B-3D4D-2A1D-8FFA585B84A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09701769"/>
              </p:ext>
            </p:extLst>
          </p:nvPr>
        </p:nvGraphicFramePr>
        <p:xfrm>
          <a:off x="527303" y="4745071"/>
          <a:ext cx="6895720" cy="137160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3447860">
                  <a:extLst>
                    <a:ext uri="{9D8B030D-6E8A-4147-A177-3AD203B41FA5}">
                      <a16:colId xmlns:a16="http://schemas.microsoft.com/office/drawing/2014/main" val="2237982647"/>
                    </a:ext>
                  </a:extLst>
                </a:gridCol>
                <a:gridCol w="3447860">
                  <a:extLst>
                    <a:ext uri="{9D8B030D-6E8A-4147-A177-3AD203B41FA5}">
                      <a16:colId xmlns:a16="http://schemas.microsoft.com/office/drawing/2014/main" val="6445809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Audience Size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Cost Per Person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1232509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0 – 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328077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100 – 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₹0.75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705968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500 –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₹0.50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025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&gt; 1000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₹0.25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762736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0D012BEF-BFD4-2CBE-0215-4559E51DC599}"/>
              </a:ext>
            </a:extLst>
          </p:cNvPr>
          <p:cNvSpPr txBox="1"/>
          <p:nvPr/>
        </p:nvSpPr>
        <p:spPr>
          <a:xfrm>
            <a:off x="527304" y="6267418"/>
            <a:ext cx="615848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dirty="0"/>
              <a:t>Flat Rate for Brand Marketing:     ₹0.25 per person nationwide targeting.</a:t>
            </a:r>
            <a:endParaRPr lang="en-IN" sz="1400" dirty="0"/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924A5757-79A1-79B1-5CB0-9FB4CED531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04149955"/>
              </p:ext>
            </p:extLst>
          </p:nvPr>
        </p:nvGraphicFramePr>
        <p:xfrm>
          <a:off x="4228719" y="1628297"/>
          <a:ext cx="3084576" cy="1766830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1028192">
                  <a:extLst>
                    <a:ext uri="{9D8B030D-6E8A-4147-A177-3AD203B41FA5}">
                      <a16:colId xmlns:a16="http://schemas.microsoft.com/office/drawing/2014/main" val="1235745972"/>
                    </a:ext>
                  </a:extLst>
                </a:gridCol>
                <a:gridCol w="1028192">
                  <a:extLst>
                    <a:ext uri="{9D8B030D-6E8A-4147-A177-3AD203B41FA5}">
                      <a16:colId xmlns:a16="http://schemas.microsoft.com/office/drawing/2014/main" val="2396172349"/>
                    </a:ext>
                  </a:extLst>
                </a:gridCol>
                <a:gridCol w="1028192">
                  <a:extLst>
                    <a:ext uri="{9D8B030D-6E8A-4147-A177-3AD203B41FA5}">
                      <a16:colId xmlns:a16="http://schemas.microsoft.com/office/drawing/2014/main" val="3404459963"/>
                    </a:ext>
                  </a:extLst>
                </a:gridCol>
              </a:tblGrid>
              <a:tr h="336994">
                <a:tc gridSpan="3"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sz="1200" dirty="0"/>
                        <a:t>Brands (Pan India)</a:t>
                      </a:r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>
                        <a:buNone/>
                      </a:pPr>
                      <a:endParaRPr lang="en-IN" sz="12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173804"/>
                  </a:ext>
                </a:extLst>
              </a:tr>
              <a:tr h="380827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Effective Cost Per Day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80349279"/>
                  </a:ext>
                </a:extLst>
              </a:tr>
              <a:tr h="324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1 Day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₹10,000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₹10,000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25898698"/>
                  </a:ext>
                </a:extLst>
              </a:tr>
              <a:tr h="324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7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₹7000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83414842"/>
                  </a:ext>
                </a:extLst>
              </a:tr>
              <a:tr h="32421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/>
                        <a:t>30 Days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₹1,00,000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200" dirty="0"/>
                        <a:t>₹3000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7372254"/>
                  </a:ext>
                </a:extLst>
              </a:tr>
            </a:tbl>
          </a:graphicData>
        </a:graphic>
      </p:graphicFrame>
      <p:sp>
        <p:nvSpPr>
          <p:cNvPr id="20" name="TextBox 19">
            <a:extLst>
              <a:ext uri="{FF2B5EF4-FFF2-40B4-BE49-F238E27FC236}">
                <a16:creationId xmlns:a16="http://schemas.microsoft.com/office/drawing/2014/main" id="{75F69859-F722-6B6B-7885-8BB909C262FD}"/>
              </a:ext>
            </a:extLst>
          </p:cNvPr>
          <p:cNvSpPr txBox="1"/>
          <p:nvPr/>
        </p:nvSpPr>
        <p:spPr>
          <a:xfrm>
            <a:off x="412242" y="3488531"/>
            <a:ext cx="30845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Top 2 Positions – 1000 Each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C84AF516-12A3-6A20-ADDD-C2F1C6D369E6}"/>
              </a:ext>
            </a:extLst>
          </p:cNvPr>
          <p:cNvSpPr txBox="1"/>
          <p:nvPr/>
        </p:nvSpPr>
        <p:spPr>
          <a:xfrm>
            <a:off x="4228719" y="3487650"/>
            <a:ext cx="34259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highlight>
                  <a:srgbClr val="FFFF00"/>
                </a:highlight>
              </a:rPr>
              <a:t>Top 2 Positions – 10,000 Each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38ABDAC-4746-639E-5D74-52BAFA789956}"/>
              </a:ext>
            </a:extLst>
          </p:cNvPr>
          <p:cNvSpPr txBox="1"/>
          <p:nvPr/>
        </p:nvSpPr>
        <p:spPr>
          <a:xfrm>
            <a:off x="109728" y="1097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How a shopkeeper boarding will be done?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84628618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8D8954-27A1-6E89-675D-C9F62327B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51F781D-CD70-1CCB-36A5-24F95FC5655F}"/>
              </a:ext>
            </a:extLst>
          </p:cNvPr>
          <p:cNvSpPr txBox="1"/>
          <p:nvPr/>
        </p:nvSpPr>
        <p:spPr>
          <a:xfrm>
            <a:off x="292608" y="2743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How a shopkeeper boarding will be done?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5A8915-E13D-D76A-11EF-D52130582AA1}"/>
              </a:ext>
            </a:extLst>
          </p:cNvPr>
          <p:cNvSpPr txBox="1"/>
          <p:nvPr/>
        </p:nvSpPr>
        <p:spPr>
          <a:xfrm>
            <a:off x="815123" y="4136179"/>
            <a:ext cx="24492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b="1" dirty="0">
                <a:highlight>
                  <a:srgbClr val="FFFF00"/>
                </a:highlight>
              </a:rPr>
              <a:t>Discount by Luck!</a:t>
            </a:r>
            <a:endParaRPr lang="en-IN" b="1" dirty="0">
              <a:highlight>
                <a:srgbClr val="FFFF00"/>
              </a:highlight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94A520B-9B35-2B2E-F08C-B26767A3EF9C}"/>
              </a:ext>
            </a:extLst>
          </p:cNvPr>
          <p:cNvSpPr txBox="1"/>
          <p:nvPr/>
        </p:nvSpPr>
        <p:spPr>
          <a:xfrm>
            <a:off x="179615" y="4718304"/>
            <a:ext cx="3926041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en-GB" sz="1400" dirty="0"/>
              <a:t>Because everyone wants to feel lucky</a:t>
            </a:r>
          </a:p>
          <a:p>
            <a:pPr marL="342900" indent="-342900">
              <a:buAutoNum type="arabicPeriod"/>
            </a:pPr>
            <a:r>
              <a:rPr lang="en-GB" sz="1400" dirty="0"/>
              <a:t>Because ever one wants discounts and offers in their lives</a:t>
            </a:r>
            <a:endParaRPr lang="en-IN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3DF09A6-82EC-FD13-B1F0-D85F39C18917}"/>
              </a:ext>
            </a:extLst>
          </p:cNvPr>
          <p:cNvSpPr txBox="1"/>
          <p:nvPr/>
        </p:nvSpPr>
        <p:spPr>
          <a:xfrm>
            <a:off x="4382262" y="1116669"/>
            <a:ext cx="7084314" cy="25453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/>
              <a:t>Gamified acquisition + incentive economics model</a:t>
            </a:r>
            <a:r>
              <a:rPr lang="en-IN" dirty="0"/>
              <a:t>.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Sales teams stay motivated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Company protects minimum revenue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Pricing doesn’t look chaotic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Incentive logic is clean &amp; scalable</a:t>
            </a:r>
            <a:endParaRPr lang="en-IN" dirty="0"/>
          </a:p>
          <a:p>
            <a:pPr>
              <a:lnSpc>
                <a:spcPct val="150000"/>
              </a:lnSpc>
            </a:pP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36B1293-8771-38CD-6101-2A16223D7F4C}"/>
              </a:ext>
            </a:extLst>
          </p:cNvPr>
          <p:cNvSpPr txBox="1"/>
          <p:nvPr/>
        </p:nvSpPr>
        <p:spPr>
          <a:xfrm>
            <a:off x="4382262" y="3757952"/>
            <a:ext cx="7514082" cy="2129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GB" b="1" dirty="0"/>
              <a:t>BASE PRICING STRUCTURE (Uniform Across All Models)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Displayed Price:</a:t>
            </a:r>
            <a:r>
              <a:rPr lang="en-GB" dirty="0"/>
              <a:t> ₹99/month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b="1" dirty="0"/>
              <a:t>Mandatory 7-Day Free Banner Included</a:t>
            </a:r>
            <a:endParaRPr lang="en-GB" dirty="0"/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Wheel-based engagement mechanism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dirty="0"/>
              <a:t>Mandate collection required for activation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1EEE813-718E-1566-3DB0-56895593DE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713" y="1401032"/>
            <a:ext cx="2443696" cy="2468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884708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978B15-FAD9-6C36-9F93-B49ECC215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727CE76-BA0D-4730-405B-CC50FD94322A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3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DA150F4-E147-4C72-B989-6755F7C03989}"/>
              </a:ext>
            </a:extLst>
          </p:cNvPr>
          <p:cNvSpPr txBox="1"/>
          <p:nvPr/>
        </p:nvSpPr>
        <p:spPr>
          <a:xfrm>
            <a:off x="4269525" y="2728251"/>
            <a:ext cx="349349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3600" b="1" i="1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Shopkeeper </a:t>
            </a:r>
            <a:r>
              <a:rPr kumimoji="0" lang="en-GB" sz="3600" b="1" i="1" u="none" strike="noStrike" kern="1200" cap="none" spc="0" normalizeH="0" baseline="0" noProof="0" dirty="0" err="1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Onoarding</a:t>
            </a:r>
            <a:endParaRPr kumimoji="0" lang="en-IN" sz="3600" b="1" i="1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53881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CBDAED3-A203-130F-E227-2FA706986564}"/>
              </a:ext>
            </a:extLst>
          </p:cNvPr>
          <p:cNvSpPr txBox="1"/>
          <p:nvPr/>
        </p:nvSpPr>
        <p:spPr>
          <a:xfrm>
            <a:off x="109728" y="1097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Subscription Pricing</a:t>
            </a:r>
            <a:endParaRPr lang="en-IN" sz="32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F47BA374-15BC-9DF5-B8AC-91F397619B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0318306"/>
              </p:ext>
            </p:extLst>
          </p:nvPr>
        </p:nvGraphicFramePr>
        <p:xfrm>
          <a:off x="244549" y="935665"/>
          <a:ext cx="11578854" cy="5369445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662719">
                  <a:extLst>
                    <a:ext uri="{9D8B030D-6E8A-4147-A177-3AD203B41FA5}">
                      <a16:colId xmlns:a16="http://schemas.microsoft.com/office/drawing/2014/main" val="3917305858"/>
                    </a:ext>
                  </a:extLst>
                </a:gridCol>
                <a:gridCol w="2183227">
                  <a:extLst>
                    <a:ext uri="{9D8B030D-6E8A-4147-A177-3AD203B41FA5}">
                      <a16:colId xmlns:a16="http://schemas.microsoft.com/office/drawing/2014/main" val="190201504"/>
                    </a:ext>
                  </a:extLst>
                </a:gridCol>
                <a:gridCol w="2183227">
                  <a:extLst>
                    <a:ext uri="{9D8B030D-6E8A-4147-A177-3AD203B41FA5}">
                      <a16:colId xmlns:a16="http://schemas.microsoft.com/office/drawing/2014/main" val="2282502654"/>
                    </a:ext>
                  </a:extLst>
                </a:gridCol>
                <a:gridCol w="2183227">
                  <a:extLst>
                    <a:ext uri="{9D8B030D-6E8A-4147-A177-3AD203B41FA5}">
                      <a16:colId xmlns:a16="http://schemas.microsoft.com/office/drawing/2014/main" val="4141085374"/>
                    </a:ext>
                  </a:extLst>
                </a:gridCol>
                <a:gridCol w="2183227">
                  <a:extLst>
                    <a:ext uri="{9D8B030D-6E8A-4147-A177-3AD203B41FA5}">
                      <a16:colId xmlns:a16="http://schemas.microsoft.com/office/drawing/2014/main" val="3459002617"/>
                    </a:ext>
                  </a:extLst>
                </a:gridCol>
                <a:gridCol w="2183227">
                  <a:extLst>
                    <a:ext uri="{9D8B030D-6E8A-4147-A177-3AD203B41FA5}">
                      <a16:colId xmlns:a16="http://schemas.microsoft.com/office/drawing/2014/main" val="1344530279"/>
                    </a:ext>
                  </a:extLst>
                </a:gridCol>
              </a:tblGrid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Sr. 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Shop Category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Base Subscription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Company Share (50%)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Discount Play Allowed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Max Discount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27515193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Jewellery 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Up to ₹500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81674022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Shoe 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Up to ₹250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68633936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Apparel 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Up to ₹250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63594901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Pan 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Up to ₹50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44709722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Laundry 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Up to ₹50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3823677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Stationery Shop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Up to ₹125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0687697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Real Estate Agency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12,500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12,500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Up to ₹12,500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24196577"/>
                  </a:ext>
                </a:extLst>
              </a:tr>
              <a:tr h="59660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Other Categories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Variable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50% of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/>
                        <a:t>50% of Base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400" dirty="0"/>
                        <a:t>Up to 50%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66587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061096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2460D2-E2CB-0D1F-056F-088F4C6473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9A2857D-A7CB-1E4D-1259-FA887EBD83C5}"/>
              </a:ext>
            </a:extLst>
          </p:cNvPr>
          <p:cNvSpPr txBox="1"/>
          <p:nvPr/>
        </p:nvSpPr>
        <p:spPr>
          <a:xfrm>
            <a:off x="109728" y="1097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Onboarding Channel Model</a:t>
            </a:r>
            <a:endParaRPr lang="en-IN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BB601C0-1D64-0CFF-F83C-6A6D23D227F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9369319"/>
              </p:ext>
            </p:extLst>
          </p:nvPr>
        </p:nvGraphicFramePr>
        <p:xfrm>
          <a:off x="350874" y="1424762"/>
          <a:ext cx="11440635" cy="4486938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288127">
                  <a:extLst>
                    <a:ext uri="{9D8B030D-6E8A-4147-A177-3AD203B41FA5}">
                      <a16:colId xmlns:a16="http://schemas.microsoft.com/office/drawing/2014/main" val="4281463899"/>
                    </a:ext>
                  </a:extLst>
                </a:gridCol>
                <a:gridCol w="2288127">
                  <a:extLst>
                    <a:ext uri="{9D8B030D-6E8A-4147-A177-3AD203B41FA5}">
                      <a16:colId xmlns:a16="http://schemas.microsoft.com/office/drawing/2014/main" val="1222364557"/>
                    </a:ext>
                  </a:extLst>
                </a:gridCol>
                <a:gridCol w="2288127">
                  <a:extLst>
                    <a:ext uri="{9D8B030D-6E8A-4147-A177-3AD203B41FA5}">
                      <a16:colId xmlns:a16="http://schemas.microsoft.com/office/drawing/2014/main" val="1710388770"/>
                    </a:ext>
                  </a:extLst>
                </a:gridCol>
                <a:gridCol w="2288127">
                  <a:extLst>
                    <a:ext uri="{9D8B030D-6E8A-4147-A177-3AD203B41FA5}">
                      <a16:colId xmlns:a16="http://schemas.microsoft.com/office/drawing/2014/main" val="2133971542"/>
                    </a:ext>
                  </a:extLst>
                </a:gridCol>
                <a:gridCol w="2288127">
                  <a:extLst>
                    <a:ext uri="{9D8B030D-6E8A-4147-A177-3AD203B41FA5}">
                      <a16:colId xmlns:a16="http://schemas.microsoft.com/office/drawing/2014/main" val="2293255068"/>
                    </a:ext>
                  </a:extLst>
                </a:gridCol>
              </a:tblGrid>
              <a:tr h="8488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Onboarding Type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Who Initiates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Discount Code Used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Incentive Eligibility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Revenue Share Logic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5269038"/>
                  </a:ext>
                </a:extLst>
              </a:tr>
              <a:tr h="1212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Shopkeeper Self Onboard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Shop Owner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No Sales Code (Standard Price)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Full Base Price → 50% Company Reserve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70197745"/>
                  </a:ext>
                </a:extLst>
              </a:tr>
              <a:tr h="1212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 Officer Onboards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 Officer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Sales Officer Unique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/>
                        <a:t>50% Fixed to Company + 50% Discount 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8894447"/>
                  </a:ext>
                </a:extLst>
              </a:tr>
              <a:tr h="12126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Self Assistant Agent Onboards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Field Agent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Agent Unique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GB" dirty="0"/>
                        <a:t>50% Fixed to Company + 50% Discount Play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0284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791369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C09BB8-D870-B6CC-1F93-5F83C9FAA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C7AF4FA-123F-8B82-E78F-58253AD9204C}"/>
              </a:ext>
            </a:extLst>
          </p:cNvPr>
          <p:cNvSpPr txBox="1"/>
          <p:nvPr/>
        </p:nvSpPr>
        <p:spPr>
          <a:xfrm>
            <a:off x="109728" y="1097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Discount Structure</a:t>
            </a:r>
            <a:endParaRPr lang="en-IN" sz="3200" b="1" dirty="0"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A96D6AA1-CC34-919D-74B5-4313C4EFD5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9446102"/>
              </p:ext>
            </p:extLst>
          </p:nvPr>
        </p:nvGraphicFramePr>
        <p:xfrm>
          <a:off x="838200" y="1382233"/>
          <a:ext cx="10515600" cy="4082104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5257800">
                  <a:extLst>
                    <a:ext uri="{9D8B030D-6E8A-4147-A177-3AD203B41FA5}">
                      <a16:colId xmlns:a16="http://schemas.microsoft.com/office/drawing/2014/main" val="4041665879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3988439887"/>
                    </a:ext>
                  </a:extLst>
                </a:gridCol>
              </a:tblGrid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Rule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27920728"/>
                  </a:ext>
                </a:extLst>
              </a:tr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Base Price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Category dependent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0111138"/>
                  </a:ext>
                </a:extLst>
              </a:tr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Company Locked Share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50% (Non-negotiable)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94595102"/>
                  </a:ext>
                </a:extLst>
              </a:tr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Discount Budget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50% (Flexible by Onboarding Person)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99351758"/>
                  </a:ext>
                </a:extLst>
              </a:tr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Unique Code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Mandatory for Incentive Tracking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1229945"/>
                  </a:ext>
                </a:extLst>
              </a:tr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Incentive Calculation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/>
                        <a:t>Based on net collected amount after discount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82262429"/>
                  </a:ext>
                </a:extLst>
              </a:tr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Tracking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Code-based attribution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815665"/>
                  </a:ext>
                </a:extLst>
              </a:tr>
              <a:tr h="51026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Settlement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GB" dirty="0"/>
                        <a:t>Automated payout based on onboarding code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377664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469933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FAB827-066C-E818-600C-5496321E79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188DA61-B6EB-06E8-116A-A987A480DF99}"/>
              </a:ext>
            </a:extLst>
          </p:cNvPr>
          <p:cNvSpPr txBox="1"/>
          <p:nvPr/>
        </p:nvSpPr>
        <p:spPr>
          <a:xfrm>
            <a:off x="109728" y="1097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Brand Model</a:t>
            </a:r>
            <a:endParaRPr lang="en-IN" sz="3200" b="1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24D5A561-B9F9-EFA4-C383-5F60146E0C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043695"/>
              </p:ext>
            </p:extLst>
          </p:nvPr>
        </p:nvGraphicFramePr>
        <p:xfrm>
          <a:off x="838200" y="1828800"/>
          <a:ext cx="10515600" cy="2904016"/>
        </p:xfrm>
        <a:graphic>
          <a:graphicData uri="http://schemas.openxmlformats.org/drawingml/2006/table">
            <a:tbl>
              <a:tblPr firstRow="1">
                <a:tableStyleId>{616DA210-FB5B-4158-B5E0-FEB733F419BA}</a:tableStyleId>
              </a:tblPr>
              <a:tblGrid>
                <a:gridCol w="2628900">
                  <a:extLst>
                    <a:ext uri="{9D8B030D-6E8A-4147-A177-3AD203B41FA5}">
                      <a16:colId xmlns:a16="http://schemas.microsoft.com/office/drawing/2014/main" val="3692241663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4180677537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69269088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2075829459"/>
                    </a:ext>
                  </a:extLst>
                </a:gridCol>
              </a:tblGrid>
              <a:tr h="726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Coverage Level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Subscription Price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Company Share (₹)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Discount Allowed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05001422"/>
                  </a:ext>
                </a:extLst>
              </a:tr>
              <a:tr h="726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Single City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12,500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 to ₹12,500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45474588"/>
                  </a:ext>
                </a:extLst>
              </a:tr>
              <a:tr h="726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One State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25,000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Up to ₹25,000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061753"/>
                  </a:ext>
                </a:extLst>
              </a:tr>
              <a:tr h="72600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Pan India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1,00,000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50,000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Up to ₹50,000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599612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2028408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DBB70E-75B0-E9B2-A7D8-025679D7A7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EFF1BFA-2B10-AB9D-EAD0-265BCC56C445}"/>
              </a:ext>
            </a:extLst>
          </p:cNvPr>
          <p:cNvSpPr txBox="1"/>
          <p:nvPr/>
        </p:nvSpPr>
        <p:spPr>
          <a:xfrm>
            <a:off x="109728" y="1097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How a shopkeeper boarding will be done?</a:t>
            </a:r>
            <a:endParaRPr lang="en-IN" sz="3200" b="1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25EE6A3-6A1E-52A1-05AB-45F9F5C3DE5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740" y="1067949"/>
            <a:ext cx="3394786" cy="5269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0492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4DDFBE-1784-5F96-BCC8-566247515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152DE41C-38A1-56EC-C38F-1CBD26FA2E42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C60B49-7589-9AAE-A638-E28B61E7700A}"/>
              </a:ext>
            </a:extLst>
          </p:cNvPr>
          <p:cNvSpPr txBox="1"/>
          <p:nvPr/>
        </p:nvSpPr>
        <p:spPr>
          <a:xfrm>
            <a:off x="3187887" y="2458503"/>
            <a:ext cx="5601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Financials</a:t>
            </a:r>
            <a:endParaRPr kumimoji="0" lang="en-IN" sz="72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3394688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AAB3E-A91F-C5A8-5DBB-52898D20AB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D4C488C-C59B-0756-E915-CC205FDCD815}"/>
              </a:ext>
            </a:extLst>
          </p:cNvPr>
          <p:cNvSpPr txBox="1"/>
          <p:nvPr/>
        </p:nvSpPr>
        <p:spPr>
          <a:xfrm>
            <a:off x="109728" y="109720"/>
            <a:ext cx="903427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200" b="1" dirty="0"/>
              <a:t>24MPLAN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130889403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E2D96C-296F-0EE2-EE95-CF6DE19FCA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2FA83E7-141E-54E6-ECCA-7204B66837BB}"/>
              </a:ext>
            </a:extLst>
          </p:cNvPr>
          <p:cNvSpPr/>
          <p:nvPr/>
        </p:nvSpPr>
        <p:spPr>
          <a:xfrm>
            <a:off x="0" y="2002536"/>
            <a:ext cx="12192000" cy="2112264"/>
          </a:xfrm>
          <a:prstGeom prst="rect">
            <a:avLst/>
          </a:prstGeom>
          <a:solidFill>
            <a:srgbClr val="29292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048FF55-E47E-472A-2C02-49C581ADC13C}"/>
              </a:ext>
            </a:extLst>
          </p:cNvPr>
          <p:cNvSpPr txBox="1"/>
          <p:nvPr/>
        </p:nvSpPr>
        <p:spPr>
          <a:xfrm>
            <a:off x="3187887" y="2458503"/>
            <a:ext cx="560190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7200" b="1" i="0" u="none" strike="noStrike" kern="1200" cap="none" spc="0" normalizeH="0" baseline="0" noProof="0" dirty="0">
                <a:ln>
                  <a:noFill/>
                </a:ln>
                <a:solidFill>
                  <a:srgbClr val="E8E8E8">
                    <a:lumMod val="50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Thank You!</a:t>
            </a:r>
            <a:endParaRPr kumimoji="0" lang="en-IN" sz="7200" b="1" i="0" u="none" strike="noStrike" kern="1200" cap="none" spc="0" normalizeH="0" baseline="0" noProof="0" dirty="0">
              <a:ln>
                <a:noFill/>
              </a:ln>
              <a:solidFill>
                <a:srgbClr val="E8E8E8">
                  <a:lumMod val="50000"/>
                </a:srgbClr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914867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4171</TotalTime>
  <Words>2201</Words>
  <Application>Microsoft Office PowerPoint</Application>
  <PresentationFormat>Widescreen</PresentationFormat>
  <Paragraphs>584</Paragraphs>
  <Slides>46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1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Shashank Mohore</dc:creator>
  <cp:lastModifiedBy>Shashank Mohore</cp:lastModifiedBy>
  <cp:revision>1</cp:revision>
  <dcterms:created xsi:type="dcterms:W3CDTF">2026-02-12T11:39:12Z</dcterms:created>
  <dcterms:modified xsi:type="dcterms:W3CDTF">2026-02-16T18:05:24Z</dcterms:modified>
</cp:coreProperties>
</file>